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6" r:id="rId13"/>
    <p:sldId id="267" r:id="rId14"/>
    <p:sldId id="268" r:id="rId15"/>
    <p:sldId id="269" r:id="rId16"/>
    <p:sldId id="275" r:id="rId17"/>
    <p:sldId id="277" r:id="rId18"/>
    <p:sldId id="270" r:id="rId19"/>
    <p:sldId id="271" r:id="rId20"/>
    <p:sldId id="276" r:id="rId21"/>
    <p:sldId id="272" r:id="rId22"/>
    <p:sldId id="273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55439E-2FA3-42A6-B0B8-A059D6986D2C}" v="20" dt="2026-09-28T11:22:52.9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ick Vitor Vieira Bittencourt" userId="252ba76e-02c0-4ceb-a17a-0788d28f8bbb" providerId="ADAL" clId="{2F4FE28B-427C-42C0-B127-2BC8C250FAEB}"/>
    <pc:docChg chg="undo custSel addSld modSld sldOrd">
      <pc:chgData name="Herick Vitor Vieira Bittencourt" userId="252ba76e-02c0-4ceb-a17a-0788d28f8bbb" providerId="ADAL" clId="{2F4FE28B-427C-42C0-B127-2BC8C250FAEB}" dt="2026-09-28T11:22:52.970" v="405" actId="14826"/>
      <pc:docMkLst>
        <pc:docMk/>
      </pc:docMkLst>
      <pc:sldChg chg="modSp mod">
        <pc:chgData name="Herick Vitor Vieira Bittencourt" userId="252ba76e-02c0-4ceb-a17a-0788d28f8bbb" providerId="ADAL" clId="{2F4FE28B-427C-42C0-B127-2BC8C250FAEB}" dt="2026-09-27T15:01:51.027" v="86" actId="790"/>
        <pc:sldMkLst>
          <pc:docMk/>
          <pc:sldMk cId="0" sldId="256"/>
        </pc:sldMkLst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6"/>
            <ac:spMk id="7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6"/>
            <ac:spMk id="8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Herick Vitor Vieira Bittencourt" userId="252ba76e-02c0-4ceb-a17a-0788d28f8bbb" providerId="ADAL" clId="{2F4FE28B-427C-42C0-B127-2BC8C250FAEB}" dt="2026-09-27T15:01:51.027" v="86" actId="790"/>
        <pc:sldMkLst>
          <pc:docMk/>
          <pc:sldMk cId="0" sldId="257"/>
        </pc:sldMkLst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7"/>
            <ac:spMk id="4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7"/>
            <ac:spMk id="5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7"/>
            <ac:spMk id="6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7"/>
            <ac:spMk id="7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7"/>
            <ac:spMk id="8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7"/>
            <ac:spMk id="9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7"/>
            <ac:spMk id="11" creationId="{00000000-0000-0000-0000-000000000000}"/>
          </ac:spMkLst>
        </pc:spChg>
      </pc:sldChg>
      <pc:sldChg chg="modSp mod">
        <pc:chgData name="Herick Vitor Vieira Bittencourt" userId="252ba76e-02c0-4ceb-a17a-0788d28f8bbb" providerId="ADAL" clId="{2F4FE28B-427C-42C0-B127-2BC8C250FAEB}" dt="2026-09-27T15:01:51.027" v="86" actId="790"/>
        <pc:sldMkLst>
          <pc:docMk/>
          <pc:sldMk cId="0" sldId="258"/>
        </pc:sldMkLst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8"/>
            <ac:spMk id="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8"/>
            <ac:spMk id="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8"/>
            <ac:spMk id="6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8"/>
            <ac:spMk id="8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8"/>
            <ac:spMk id="16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8"/>
            <ac:spMk id="20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8"/>
            <ac:spMk id="2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8"/>
            <ac:spMk id="2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8"/>
            <ac:spMk id="24" creationId="{00000000-0000-0000-0000-000000000000}"/>
          </ac:spMkLst>
        </pc:spChg>
      </pc:sldChg>
      <pc:sldChg chg="modSp mod">
        <pc:chgData name="Herick Vitor Vieira Bittencourt" userId="252ba76e-02c0-4ceb-a17a-0788d28f8bbb" providerId="ADAL" clId="{2F4FE28B-427C-42C0-B127-2BC8C250FAEB}" dt="2026-09-27T15:01:51.027" v="86" actId="790"/>
        <pc:sldMkLst>
          <pc:docMk/>
          <pc:sldMk cId="0" sldId="259"/>
        </pc:sldMkLst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9"/>
            <ac:spMk id="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9"/>
            <ac:spMk id="6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9"/>
            <ac:spMk id="7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9"/>
            <ac:spMk id="9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9"/>
            <ac:spMk id="15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59"/>
            <ac:spMk id="16" creationId="{00000000-0000-0000-0000-000000000000}"/>
          </ac:spMkLst>
        </pc:spChg>
      </pc:sldChg>
      <pc:sldChg chg="addSp delSp modSp mod">
        <pc:chgData name="Herick Vitor Vieira Bittencourt" userId="252ba76e-02c0-4ceb-a17a-0788d28f8bbb" providerId="ADAL" clId="{2F4FE28B-427C-42C0-B127-2BC8C250FAEB}" dt="2026-09-27T15:01:51.027" v="86" actId="790"/>
        <pc:sldMkLst>
          <pc:docMk/>
          <pc:sldMk cId="0" sldId="260"/>
        </pc:sldMkLst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0"/>
            <ac:spMk id="11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0"/>
            <ac:spMk id="20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0"/>
            <ac:spMk id="2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0"/>
            <ac:spMk id="24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0"/>
            <ac:spMk id="25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0"/>
            <ac:spMk id="26" creationId="{00000000-0000-0000-0000-000000000000}"/>
          </ac:spMkLst>
        </pc:spChg>
        <pc:spChg chg="add del">
          <ac:chgData name="Herick Vitor Vieira Bittencourt" userId="252ba76e-02c0-4ceb-a17a-0788d28f8bbb" providerId="ADAL" clId="{2F4FE28B-427C-42C0-B127-2BC8C250FAEB}" dt="2026-09-27T14:53:17.350" v="36" actId="478"/>
          <ac:spMkLst>
            <pc:docMk/>
            <pc:sldMk cId="0" sldId="260"/>
            <ac:spMk id="27" creationId="{00000000-0000-0000-0000-000000000000}"/>
          </ac:spMkLst>
        </pc:spChg>
      </pc:sldChg>
      <pc:sldChg chg="modSp mod">
        <pc:chgData name="Herick Vitor Vieira Bittencourt" userId="252ba76e-02c0-4ceb-a17a-0788d28f8bbb" providerId="ADAL" clId="{2F4FE28B-427C-42C0-B127-2BC8C250FAEB}" dt="2026-09-27T15:01:51.027" v="86" actId="790"/>
        <pc:sldMkLst>
          <pc:docMk/>
          <pc:sldMk cId="0" sldId="261"/>
        </pc:sldMkLst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1"/>
            <ac:spMk id="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1"/>
            <ac:spMk id="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1"/>
            <ac:spMk id="4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1"/>
            <ac:spMk id="5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1"/>
            <ac:spMk id="6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1"/>
            <ac:spMk id="7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1"/>
            <ac:spMk id="9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1"/>
            <ac:spMk id="13" creationId="{00000000-0000-0000-0000-000000000000}"/>
          </ac:spMkLst>
        </pc:spChg>
      </pc:sldChg>
      <pc:sldChg chg="modSp mod">
        <pc:chgData name="Herick Vitor Vieira Bittencourt" userId="252ba76e-02c0-4ceb-a17a-0788d28f8bbb" providerId="ADAL" clId="{2F4FE28B-427C-42C0-B127-2BC8C250FAEB}" dt="2026-09-27T15:01:51.027" v="86" actId="790"/>
        <pc:sldMkLst>
          <pc:docMk/>
          <pc:sldMk cId="0" sldId="262"/>
        </pc:sldMkLst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2"/>
            <ac:spMk id="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2"/>
            <ac:spMk id="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2"/>
            <ac:spMk id="4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2"/>
            <ac:spMk id="5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2"/>
            <ac:spMk id="6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2"/>
            <ac:spMk id="7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2"/>
            <ac:spMk id="8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2"/>
            <ac:spMk id="13" creationId="{00000000-0000-0000-0000-000000000000}"/>
          </ac:spMkLst>
        </pc:spChg>
      </pc:sldChg>
      <pc:sldChg chg="delSp modSp mod">
        <pc:chgData name="Herick Vitor Vieira Bittencourt" userId="252ba76e-02c0-4ceb-a17a-0788d28f8bbb" providerId="ADAL" clId="{2F4FE28B-427C-42C0-B127-2BC8C250FAEB}" dt="2026-09-28T11:21:28.029" v="397" actId="14826"/>
        <pc:sldMkLst>
          <pc:docMk/>
          <pc:sldMk cId="0" sldId="263"/>
        </pc:sldMkLst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3"/>
            <ac:spMk id="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3"/>
            <ac:spMk id="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3"/>
            <ac:spMk id="4" creationId="{00000000-0000-0000-0000-000000000000}"/>
          </ac:spMkLst>
        </pc:spChg>
        <pc:spChg chg="del mod">
          <ac:chgData name="Herick Vitor Vieira Bittencourt" userId="252ba76e-02c0-4ceb-a17a-0788d28f8bbb" providerId="ADAL" clId="{2F4FE28B-427C-42C0-B127-2BC8C250FAEB}" dt="2026-09-27T15:00:56.741" v="85" actId="478"/>
          <ac:spMkLst>
            <pc:docMk/>
            <pc:sldMk cId="0" sldId="263"/>
            <ac:spMk id="6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3"/>
            <ac:spMk id="7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3"/>
            <ac:spMk id="8" creationId="{00000000-0000-0000-0000-000000000000}"/>
          </ac:spMkLst>
        </pc:spChg>
        <pc:picChg chg="mod">
          <ac:chgData name="Herick Vitor Vieira Bittencourt" userId="252ba76e-02c0-4ceb-a17a-0788d28f8bbb" providerId="ADAL" clId="{2F4FE28B-427C-42C0-B127-2BC8C250FAEB}" dt="2026-09-28T11:21:28.029" v="397" actId="14826"/>
          <ac:picMkLst>
            <pc:docMk/>
            <pc:sldMk cId="0" sldId="263"/>
            <ac:picMk id="5" creationId="{00000000-0000-0000-0000-000000000000}"/>
          </ac:picMkLst>
        </pc:picChg>
      </pc:sldChg>
      <pc:sldChg chg="modSp mod">
        <pc:chgData name="Herick Vitor Vieira Bittencourt" userId="252ba76e-02c0-4ceb-a17a-0788d28f8bbb" providerId="ADAL" clId="{2F4FE28B-427C-42C0-B127-2BC8C250FAEB}" dt="2026-09-27T15:01:51.027" v="86" actId="790"/>
        <pc:sldMkLst>
          <pc:docMk/>
          <pc:sldMk cId="0" sldId="264"/>
        </pc:sldMkLst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4"/>
            <ac:spMk id="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4"/>
            <ac:spMk id="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4"/>
            <ac:spMk id="4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4"/>
            <ac:spMk id="5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4"/>
            <ac:spMk id="6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4"/>
            <ac:spMk id="8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4"/>
            <ac:spMk id="9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4"/>
            <ac:spMk id="1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4"/>
            <ac:spMk id="13" creationId="{00000000-0000-0000-0000-000000000000}"/>
          </ac:spMkLst>
        </pc:spChg>
      </pc:sldChg>
      <pc:sldChg chg="modSp mod">
        <pc:chgData name="Herick Vitor Vieira Bittencourt" userId="252ba76e-02c0-4ceb-a17a-0788d28f8bbb" providerId="ADAL" clId="{2F4FE28B-427C-42C0-B127-2BC8C250FAEB}" dt="2026-09-27T15:01:51.027" v="86" actId="790"/>
        <pc:sldMkLst>
          <pc:docMk/>
          <pc:sldMk cId="0" sldId="265"/>
        </pc:sldMkLst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5"/>
            <ac:spMk id="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5"/>
            <ac:spMk id="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5"/>
            <ac:spMk id="4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5"/>
            <ac:spMk id="6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5"/>
            <ac:spMk id="7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5"/>
            <ac:spMk id="8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5"/>
            <ac:spMk id="9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5"/>
            <ac:spMk id="12" creationId="{00000000-0000-0000-0000-000000000000}"/>
          </ac:spMkLst>
        </pc:spChg>
      </pc:sldChg>
      <pc:sldChg chg="delSp modSp mod">
        <pc:chgData name="Herick Vitor Vieira Bittencourt" userId="252ba76e-02c0-4ceb-a17a-0788d28f8bbb" providerId="ADAL" clId="{2F4FE28B-427C-42C0-B127-2BC8C250FAEB}" dt="2026-09-28T11:21:52.093" v="399" actId="14826"/>
        <pc:sldMkLst>
          <pc:docMk/>
          <pc:sldMk cId="0" sldId="266"/>
        </pc:sldMkLst>
        <pc:spChg chg="mod">
          <ac:chgData name="Herick Vitor Vieira Bittencourt" userId="252ba76e-02c0-4ceb-a17a-0788d28f8bbb" providerId="ADAL" clId="{2F4FE28B-427C-42C0-B127-2BC8C250FAEB}" dt="2026-09-27T15:04:43.573" v="118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4:43.573" v="118" actId="1076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Herick Vitor Vieira Bittencourt" userId="252ba76e-02c0-4ceb-a17a-0788d28f8bbb" providerId="ADAL" clId="{2F4FE28B-427C-42C0-B127-2BC8C250FAEB}" dt="2026-09-27T15:03:56.805" v="108" actId="478"/>
          <ac:spMkLst>
            <pc:docMk/>
            <pc:sldMk cId="0" sldId="266"/>
            <ac:spMk id="5" creationId="{00000000-0000-0000-0000-000000000000}"/>
          </ac:spMkLst>
        </pc:spChg>
        <pc:spChg chg="del mod">
          <ac:chgData name="Herick Vitor Vieira Bittencourt" userId="252ba76e-02c0-4ceb-a17a-0788d28f8bbb" providerId="ADAL" clId="{2F4FE28B-427C-42C0-B127-2BC8C250FAEB}" dt="2026-09-27T15:04:31.015" v="116" actId="478"/>
          <ac:spMkLst>
            <pc:docMk/>
            <pc:sldMk cId="0" sldId="266"/>
            <ac:spMk id="7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4:21.067" v="113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4:21.067" v="113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4:21.067" v="113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4:21.067" v="113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4:02.659" v="109" actId="1076"/>
          <ac:spMkLst>
            <pc:docMk/>
            <pc:sldMk cId="0" sldId="266"/>
            <ac:spMk id="12" creationId="{00000000-0000-0000-0000-000000000000}"/>
          </ac:spMkLst>
        </pc:spChg>
        <pc:picChg chg="del">
          <ac:chgData name="Herick Vitor Vieira Bittencourt" userId="252ba76e-02c0-4ceb-a17a-0788d28f8bbb" providerId="ADAL" clId="{2F4FE28B-427C-42C0-B127-2BC8C250FAEB}" dt="2026-09-27T15:03:54.811" v="107" actId="478"/>
          <ac:picMkLst>
            <pc:docMk/>
            <pc:sldMk cId="0" sldId="266"/>
            <ac:picMk id="4" creationId="{00000000-0000-0000-0000-000000000000}"/>
          </ac:picMkLst>
        </pc:picChg>
        <pc:picChg chg="mod">
          <ac:chgData name="Herick Vitor Vieira Bittencourt" userId="252ba76e-02c0-4ceb-a17a-0788d28f8bbb" providerId="ADAL" clId="{2F4FE28B-427C-42C0-B127-2BC8C250FAEB}" dt="2026-09-28T11:21:52.093" v="399" actId="14826"/>
          <ac:picMkLst>
            <pc:docMk/>
            <pc:sldMk cId="0" sldId="266"/>
            <ac:picMk id="6" creationId="{00000000-0000-0000-0000-000000000000}"/>
          </ac:picMkLst>
        </pc:picChg>
      </pc:sldChg>
      <pc:sldChg chg="modSp mod">
        <pc:chgData name="Herick Vitor Vieira Bittencourt" userId="252ba76e-02c0-4ceb-a17a-0788d28f8bbb" providerId="ADAL" clId="{2F4FE28B-427C-42C0-B127-2BC8C250FAEB}" dt="2026-09-27T15:01:51.027" v="86" actId="790"/>
        <pc:sldMkLst>
          <pc:docMk/>
          <pc:sldMk cId="0" sldId="267"/>
        </pc:sldMkLst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7"/>
            <ac:spMk id="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7"/>
            <ac:spMk id="4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7"/>
            <ac:spMk id="7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7"/>
            <ac:spMk id="8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7"/>
            <ac:spMk id="11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7"/>
            <ac:spMk id="1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7"/>
            <ac:spMk id="1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7"/>
            <ac:spMk id="16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7"/>
            <ac:spMk id="17" creationId="{00000000-0000-0000-0000-000000000000}"/>
          </ac:spMkLst>
        </pc:spChg>
      </pc:sldChg>
      <pc:sldChg chg="modSp mod">
        <pc:chgData name="Herick Vitor Vieira Bittencourt" userId="252ba76e-02c0-4ceb-a17a-0788d28f8bbb" providerId="ADAL" clId="{2F4FE28B-427C-42C0-B127-2BC8C250FAEB}" dt="2026-09-27T15:01:51.027" v="86" actId="790"/>
        <pc:sldMkLst>
          <pc:docMk/>
          <pc:sldMk cId="0" sldId="268"/>
        </pc:sldMkLst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8"/>
            <ac:spMk id="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8"/>
            <ac:spMk id="5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8"/>
            <ac:spMk id="6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8"/>
            <ac:spMk id="8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8"/>
            <ac:spMk id="11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8"/>
            <ac:spMk id="1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8"/>
            <ac:spMk id="1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8"/>
            <ac:spMk id="14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68"/>
            <ac:spMk id="15" creationId="{00000000-0000-0000-0000-000000000000}"/>
          </ac:spMkLst>
        </pc:spChg>
      </pc:sldChg>
      <pc:sldChg chg="addSp delSp modSp mod">
        <pc:chgData name="Herick Vitor Vieira Bittencourt" userId="252ba76e-02c0-4ceb-a17a-0788d28f8bbb" providerId="ADAL" clId="{2F4FE28B-427C-42C0-B127-2BC8C250FAEB}" dt="2026-09-28T11:22:25.353" v="402" actId="14826"/>
        <pc:sldMkLst>
          <pc:docMk/>
          <pc:sldMk cId="0" sldId="269"/>
        </pc:sldMkLst>
        <pc:spChg chg="mod">
          <ac:chgData name="Herick Vitor Vieira Bittencourt" userId="252ba76e-02c0-4ceb-a17a-0788d28f8bbb" providerId="ADAL" clId="{2F4FE28B-427C-42C0-B127-2BC8C250FAEB}" dt="2026-09-27T15:07:38.706" v="134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7:38.706" v="134" actId="1076"/>
          <ac:spMkLst>
            <pc:docMk/>
            <pc:sldMk cId="0" sldId="269"/>
            <ac:spMk id="3" creationId="{00000000-0000-0000-0000-000000000000}"/>
          </ac:spMkLst>
        </pc:spChg>
        <pc:spChg chg="del mod">
          <ac:chgData name="Herick Vitor Vieira Bittencourt" userId="252ba76e-02c0-4ceb-a17a-0788d28f8bbb" providerId="ADAL" clId="{2F4FE28B-427C-42C0-B127-2BC8C250FAEB}" dt="2026-09-27T15:06:51.517" v="122" actId="478"/>
          <ac:spMkLst>
            <pc:docMk/>
            <pc:sldMk cId="0" sldId="269"/>
            <ac:spMk id="4" creationId="{00000000-0000-0000-0000-000000000000}"/>
          </ac:spMkLst>
        </pc:spChg>
        <pc:spChg chg="del mod">
          <ac:chgData name="Herick Vitor Vieira Bittencourt" userId="252ba76e-02c0-4ceb-a17a-0788d28f8bbb" providerId="ADAL" clId="{2F4FE28B-427C-42C0-B127-2BC8C250FAEB}" dt="2026-09-27T15:06:52.703" v="123" actId="478"/>
          <ac:spMkLst>
            <pc:docMk/>
            <pc:sldMk cId="0" sldId="269"/>
            <ac:spMk id="6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7:44.419" v="135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7:16.346" v="128" actId="1076"/>
          <ac:spMkLst>
            <pc:docMk/>
            <pc:sldMk cId="0" sldId="269"/>
            <ac:spMk id="8" creationId="{00000000-0000-0000-0000-000000000000}"/>
          </ac:spMkLst>
        </pc:spChg>
        <pc:picChg chg="del">
          <ac:chgData name="Herick Vitor Vieira Bittencourt" userId="252ba76e-02c0-4ceb-a17a-0788d28f8bbb" providerId="ADAL" clId="{2F4FE28B-427C-42C0-B127-2BC8C250FAEB}" dt="2026-09-27T15:06:41.045" v="121" actId="478"/>
          <ac:picMkLst>
            <pc:docMk/>
            <pc:sldMk cId="0" sldId="269"/>
            <ac:picMk id="5" creationId="{00000000-0000-0000-0000-000000000000}"/>
          </ac:picMkLst>
        </pc:picChg>
        <pc:picChg chg="add mod">
          <ac:chgData name="Herick Vitor Vieira Bittencourt" userId="252ba76e-02c0-4ceb-a17a-0788d28f8bbb" providerId="ADAL" clId="{2F4FE28B-427C-42C0-B127-2BC8C250FAEB}" dt="2026-09-28T11:22:25.353" v="402" actId="14826"/>
          <ac:picMkLst>
            <pc:docMk/>
            <pc:sldMk cId="0" sldId="269"/>
            <ac:picMk id="10" creationId="{88037763-EE9C-4A97-69FA-42105596CDDF}"/>
          </ac:picMkLst>
        </pc:picChg>
      </pc:sldChg>
      <pc:sldChg chg="modSp mod">
        <pc:chgData name="Herick Vitor Vieira Bittencourt" userId="252ba76e-02c0-4ceb-a17a-0788d28f8bbb" providerId="ADAL" clId="{2F4FE28B-427C-42C0-B127-2BC8C250FAEB}" dt="2026-09-27T15:01:51.027" v="86" actId="790"/>
        <pc:sldMkLst>
          <pc:docMk/>
          <pc:sldMk cId="0" sldId="270"/>
        </pc:sldMkLst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0"/>
            <ac:spMk id="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0"/>
            <ac:spMk id="4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0"/>
            <ac:spMk id="6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0"/>
            <ac:spMk id="7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0"/>
            <ac:spMk id="8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0"/>
            <ac:spMk id="9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0"/>
            <ac:spMk id="11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0"/>
            <ac:spMk id="1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0"/>
            <ac:spMk id="1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0"/>
            <ac:spMk id="15" creationId="{00000000-0000-0000-0000-000000000000}"/>
          </ac:spMkLst>
        </pc:spChg>
      </pc:sldChg>
      <pc:sldChg chg="addSp delSp modSp mod">
        <pc:chgData name="Herick Vitor Vieira Bittencourt" userId="252ba76e-02c0-4ceb-a17a-0788d28f8bbb" providerId="ADAL" clId="{2F4FE28B-427C-42C0-B127-2BC8C250FAEB}" dt="2026-09-28T11:22:45.483" v="404" actId="14826"/>
        <pc:sldMkLst>
          <pc:docMk/>
          <pc:sldMk cId="0" sldId="271"/>
        </pc:sldMkLst>
        <pc:spChg chg="mod">
          <ac:chgData name="Herick Vitor Vieira Bittencourt" userId="252ba76e-02c0-4ceb-a17a-0788d28f8bbb" providerId="ADAL" clId="{2F4FE28B-427C-42C0-B127-2BC8C250FAEB}" dt="2026-09-27T15:09:16.567" v="138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9:16.567" v="138" actId="1076"/>
          <ac:spMkLst>
            <pc:docMk/>
            <pc:sldMk cId="0" sldId="271"/>
            <ac:spMk id="3" creationId="{00000000-0000-0000-0000-000000000000}"/>
          </ac:spMkLst>
        </pc:spChg>
        <pc:spChg chg="del mod">
          <ac:chgData name="Herick Vitor Vieira Bittencourt" userId="252ba76e-02c0-4ceb-a17a-0788d28f8bbb" providerId="ADAL" clId="{2F4FE28B-427C-42C0-B127-2BC8C250FAEB}" dt="2026-09-27T15:10:12.010" v="143" actId="478"/>
          <ac:spMkLst>
            <pc:docMk/>
            <pc:sldMk cId="0" sldId="271"/>
            <ac:spMk id="4" creationId="{00000000-0000-0000-0000-000000000000}"/>
          </ac:spMkLst>
        </pc:spChg>
        <pc:spChg chg="del mod">
          <ac:chgData name="Herick Vitor Vieira Bittencourt" userId="252ba76e-02c0-4ceb-a17a-0788d28f8bbb" providerId="ADAL" clId="{2F4FE28B-427C-42C0-B127-2BC8C250FAEB}" dt="2026-09-27T15:10:13.860" v="145" actId="478"/>
          <ac:spMkLst>
            <pc:docMk/>
            <pc:sldMk cId="0" sldId="271"/>
            <ac:spMk id="6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9:23.549" v="140" actId="1076"/>
          <ac:spMkLst>
            <pc:docMk/>
            <pc:sldMk cId="0" sldId="271"/>
            <ac:spMk id="7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9:20.955" v="139" actId="1076"/>
          <ac:spMkLst>
            <pc:docMk/>
            <pc:sldMk cId="0" sldId="271"/>
            <ac:spMk id="8" creationId="{00000000-0000-0000-0000-000000000000}"/>
          </ac:spMkLst>
        </pc:spChg>
        <pc:spChg chg="add del mod">
          <ac:chgData name="Herick Vitor Vieira Bittencourt" userId="252ba76e-02c0-4ceb-a17a-0788d28f8bbb" providerId="ADAL" clId="{2F4FE28B-427C-42C0-B127-2BC8C250FAEB}" dt="2026-09-27T15:10:13.860" v="147"/>
          <ac:spMkLst>
            <pc:docMk/>
            <pc:sldMk cId="0" sldId="271"/>
            <ac:spMk id="9" creationId="{2F02C8D8-AC36-B97D-836B-18D7E09A705E}"/>
          </ac:spMkLst>
        </pc:spChg>
        <pc:picChg chg="del mod">
          <ac:chgData name="Herick Vitor Vieira Bittencourt" userId="252ba76e-02c0-4ceb-a17a-0788d28f8bbb" providerId="ADAL" clId="{2F4FE28B-427C-42C0-B127-2BC8C250FAEB}" dt="2026-09-27T15:10:11.354" v="142" actId="478"/>
          <ac:picMkLst>
            <pc:docMk/>
            <pc:sldMk cId="0" sldId="271"/>
            <ac:picMk id="5" creationId="{00000000-0000-0000-0000-000000000000}"/>
          </ac:picMkLst>
        </pc:picChg>
        <pc:picChg chg="add mod">
          <ac:chgData name="Herick Vitor Vieira Bittencourt" userId="252ba76e-02c0-4ceb-a17a-0788d28f8bbb" providerId="ADAL" clId="{2F4FE28B-427C-42C0-B127-2BC8C250FAEB}" dt="2026-09-28T11:22:45.483" v="404" actId="14826"/>
          <ac:picMkLst>
            <pc:docMk/>
            <pc:sldMk cId="0" sldId="271"/>
            <ac:picMk id="11" creationId="{CA101973-36FC-7032-80E9-9EC9020A71F0}"/>
          </ac:picMkLst>
        </pc:picChg>
      </pc:sldChg>
      <pc:sldChg chg="modSp mod">
        <pc:chgData name="Herick Vitor Vieira Bittencourt" userId="252ba76e-02c0-4ceb-a17a-0788d28f8bbb" providerId="ADAL" clId="{2F4FE28B-427C-42C0-B127-2BC8C250FAEB}" dt="2026-09-27T16:54:42.168" v="396" actId="14100"/>
        <pc:sldMkLst>
          <pc:docMk/>
          <pc:sldMk cId="0" sldId="272"/>
        </pc:sldMkLst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2"/>
            <ac:spMk id="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2"/>
            <ac:spMk id="3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2"/>
            <ac:spMk id="4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2"/>
            <ac:spMk id="5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2"/>
            <ac:spMk id="6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6:54:38.875" v="395" actId="14100"/>
          <ac:spMkLst>
            <pc:docMk/>
            <pc:sldMk cId="0" sldId="272"/>
            <ac:spMk id="8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6:54:42.168" v="396" actId="14100"/>
          <ac:spMkLst>
            <pc:docMk/>
            <pc:sldMk cId="0" sldId="272"/>
            <ac:spMk id="9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2"/>
            <ac:spMk id="10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6:54:35.073" v="394" actId="20577"/>
          <ac:spMkLst>
            <pc:docMk/>
            <pc:sldMk cId="0" sldId="272"/>
            <ac:spMk id="11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2"/>
            <ac:spMk id="12" creationId="{00000000-0000-0000-0000-000000000000}"/>
          </ac:spMkLst>
        </pc:spChg>
      </pc:sldChg>
      <pc:sldChg chg="modSp mod">
        <pc:chgData name="Herick Vitor Vieira Bittencourt" userId="252ba76e-02c0-4ceb-a17a-0788d28f8bbb" providerId="ADAL" clId="{2F4FE28B-427C-42C0-B127-2BC8C250FAEB}" dt="2026-09-27T15:01:51.027" v="86" actId="790"/>
        <pc:sldMkLst>
          <pc:docMk/>
          <pc:sldMk cId="0" sldId="273"/>
        </pc:sldMkLst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3"/>
            <ac:spMk id="2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3"/>
            <ac:spMk id="5" creationId="{00000000-0000-0000-0000-000000000000}"/>
          </ac:spMkLst>
        </pc:spChg>
        <pc:spChg chg="mod">
          <ac:chgData name="Herick Vitor Vieira Bittencourt" userId="252ba76e-02c0-4ceb-a17a-0788d28f8bbb" providerId="ADAL" clId="{2F4FE28B-427C-42C0-B127-2BC8C250FAEB}" dt="2026-09-27T15:01:51.027" v="86" actId="790"/>
          <ac:spMkLst>
            <pc:docMk/>
            <pc:sldMk cId="0" sldId="273"/>
            <ac:spMk id="6" creationId="{00000000-0000-0000-0000-000000000000}"/>
          </ac:spMkLst>
        </pc:spChg>
      </pc:sldChg>
      <pc:sldChg chg="addSp delSp modSp add mod ord">
        <pc:chgData name="Herick Vitor Vieira Bittencourt" userId="252ba76e-02c0-4ceb-a17a-0788d28f8bbb" providerId="ADAL" clId="{2F4FE28B-427C-42C0-B127-2BC8C250FAEB}" dt="2026-09-28T11:21:42.845" v="398" actId="14826"/>
        <pc:sldMkLst>
          <pc:docMk/>
          <pc:sldMk cId="2941947334" sldId="274"/>
        </pc:sldMkLst>
        <pc:spChg chg="mod">
          <ac:chgData name="Herick Vitor Vieira Bittencourt" userId="252ba76e-02c0-4ceb-a17a-0788d28f8bbb" providerId="ADAL" clId="{2F4FE28B-427C-42C0-B127-2BC8C250FAEB}" dt="2026-09-27T15:02:39.764" v="90" actId="1076"/>
          <ac:spMkLst>
            <pc:docMk/>
            <pc:sldMk cId="2941947334" sldId="274"/>
            <ac:spMk id="2" creationId="{8D4BC808-EA1A-37B0-7FE2-707D54D9779A}"/>
          </ac:spMkLst>
        </pc:spChg>
        <pc:spChg chg="mod">
          <ac:chgData name="Herick Vitor Vieira Bittencourt" userId="252ba76e-02c0-4ceb-a17a-0788d28f8bbb" providerId="ADAL" clId="{2F4FE28B-427C-42C0-B127-2BC8C250FAEB}" dt="2026-09-27T15:02:39.764" v="90" actId="1076"/>
          <ac:spMkLst>
            <pc:docMk/>
            <pc:sldMk cId="2941947334" sldId="274"/>
            <ac:spMk id="3" creationId="{1CB6B70F-A80B-49C4-D3A9-614BE624A4E1}"/>
          </ac:spMkLst>
        </pc:spChg>
        <pc:spChg chg="del">
          <ac:chgData name="Herick Vitor Vieira Bittencourt" userId="252ba76e-02c0-4ceb-a17a-0788d28f8bbb" providerId="ADAL" clId="{2F4FE28B-427C-42C0-B127-2BC8C250FAEB}" dt="2026-09-27T15:03:07.921" v="104" actId="478"/>
          <ac:spMkLst>
            <pc:docMk/>
            <pc:sldMk cId="2941947334" sldId="274"/>
            <ac:spMk id="5" creationId="{320CF1F8-E8DD-ED3B-84EF-18DE82CAE0F0}"/>
          </ac:spMkLst>
        </pc:spChg>
        <pc:spChg chg="del">
          <ac:chgData name="Herick Vitor Vieira Bittencourt" userId="252ba76e-02c0-4ceb-a17a-0788d28f8bbb" providerId="ADAL" clId="{2F4FE28B-427C-42C0-B127-2BC8C250FAEB}" dt="2026-09-27T15:02:35.327" v="89" actId="478"/>
          <ac:spMkLst>
            <pc:docMk/>
            <pc:sldMk cId="2941947334" sldId="274"/>
            <ac:spMk id="7" creationId="{3C51EBA5-1848-32EB-2756-39DC534D4A29}"/>
          </ac:spMkLst>
        </pc:spChg>
        <pc:spChg chg="mod">
          <ac:chgData name="Herick Vitor Vieira Bittencourt" userId="252ba76e-02c0-4ceb-a17a-0788d28f8bbb" providerId="ADAL" clId="{2F4FE28B-427C-42C0-B127-2BC8C250FAEB}" dt="2026-09-27T15:03:00.324" v="101" actId="1076"/>
          <ac:spMkLst>
            <pc:docMk/>
            <pc:sldMk cId="2941947334" sldId="274"/>
            <ac:spMk id="8" creationId="{4A0B297D-6B7C-579E-9D87-DF32D48F3009}"/>
          </ac:spMkLst>
        </pc:spChg>
        <pc:spChg chg="mod">
          <ac:chgData name="Herick Vitor Vieira Bittencourt" userId="252ba76e-02c0-4ceb-a17a-0788d28f8bbb" providerId="ADAL" clId="{2F4FE28B-427C-42C0-B127-2BC8C250FAEB}" dt="2026-09-27T15:03:00.324" v="101" actId="1076"/>
          <ac:spMkLst>
            <pc:docMk/>
            <pc:sldMk cId="2941947334" sldId="274"/>
            <ac:spMk id="9" creationId="{4511CDD2-D361-6427-9245-5303461E482B}"/>
          </ac:spMkLst>
        </pc:spChg>
        <pc:spChg chg="mod">
          <ac:chgData name="Herick Vitor Vieira Bittencourt" userId="252ba76e-02c0-4ceb-a17a-0788d28f8bbb" providerId="ADAL" clId="{2F4FE28B-427C-42C0-B127-2BC8C250FAEB}" dt="2026-09-27T15:03:00.324" v="101" actId="1076"/>
          <ac:spMkLst>
            <pc:docMk/>
            <pc:sldMk cId="2941947334" sldId="274"/>
            <ac:spMk id="10" creationId="{B1264B42-6944-E36F-2E2F-0828AABD3E6D}"/>
          </ac:spMkLst>
        </pc:spChg>
        <pc:spChg chg="mod">
          <ac:chgData name="Herick Vitor Vieira Bittencourt" userId="252ba76e-02c0-4ceb-a17a-0788d28f8bbb" providerId="ADAL" clId="{2F4FE28B-427C-42C0-B127-2BC8C250FAEB}" dt="2026-09-27T15:03:00.324" v="101" actId="1076"/>
          <ac:spMkLst>
            <pc:docMk/>
            <pc:sldMk cId="2941947334" sldId="274"/>
            <ac:spMk id="11" creationId="{FFFC1EEE-20F0-C12A-43D4-FE1B33296DE8}"/>
          </ac:spMkLst>
        </pc:spChg>
        <pc:spChg chg="mod">
          <ac:chgData name="Herick Vitor Vieira Bittencourt" userId="252ba76e-02c0-4ceb-a17a-0788d28f8bbb" providerId="ADAL" clId="{2F4FE28B-427C-42C0-B127-2BC8C250FAEB}" dt="2026-09-27T15:02:53.615" v="95" actId="1076"/>
          <ac:spMkLst>
            <pc:docMk/>
            <pc:sldMk cId="2941947334" sldId="274"/>
            <ac:spMk id="12" creationId="{3B271E49-A0FF-A9DF-CA40-A8AADE397330}"/>
          </ac:spMkLst>
        </pc:spChg>
        <pc:spChg chg="add del mod">
          <ac:chgData name="Herick Vitor Vieira Bittencourt" userId="252ba76e-02c0-4ceb-a17a-0788d28f8bbb" providerId="ADAL" clId="{2F4FE28B-427C-42C0-B127-2BC8C250FAEB}" dt="2026-09-27T15:02:56.938" v="100"/>
          <ac:spMkLst>
            <pc:docMk/>
            <pc:sldMk cId="2941947334" sldId="274"/>
            <ac:spMk id="13" creationId="{C9CF2B98-C428-3A27-96A7-4EE8D3C602CB}"/>
          </ac:spMkLst>
        </pc:spChg>
        <pc:picChg chg="mod">
          <ac:chgData name="Herick Vitor Vieira Bittencourt" userId="252ba76e-02c0-4ceb-a17a-0788d28f8bbb" providerId="ADAL" clId="{2F4FE28B-427C-42C0-B127-2BC8C250FAEB}" dt="2026-09-28T11:21:42.845" v="398" actId="14826"/>
          <ac:picMkLst>
            <pc:docMk/>
            <pc:sldMk cId="2941947334" sldId="274"/>
            <ac:picMk id="4" creationId="{ECA4246C-755B-D084-9AE0-C20692DD9A40}"/>
          </ac:picMkLst>
        </pc:picChg>
        <pc:picChg chg="del">
          <ac:chgData name="Herick Vitor Vieira Bittencourt" userId="252ba76e-02c0-4ceb-a17a-0788d28f8bbb" providerId="ADAL" clId="{2F4FE28B-427C-42C0-B127-2BC8C250FAEB}" dt="2026-09-27T15:02:33.496" v="88" actId="478"/>
          <ac:picMkLst>
            <pc:docMk/>
            <pc:sldMk cId="2941947334" sldId="274"/>
            <ac:picMk id="6" creationId="{8FEB3847-10E5-599F-6DC4-AC6A91387424}"/>
          </ac:picMkLst>
        </pc:picChg>
      </pc:sldChg>
      <pc:sldChg chg="modSp add">
        <pc:chgData name="Herick Vitor Vieira Bittencourt" userId="252ba76e-02c0-4ceb-a17a-0788d28f8bbb" providerId="ADAL" clId="{2F4FE28B-427C-42C0-B127-2BC8C250FAEB}" dt="2026-09-28T11:22:33.155" v="403" actId="14826"/>
        <pc:sldMkLst>
          <pc:docMk/>
          <pc:sldMk cId="3098058800" sldId="275"/>
        </pc:sldMkLst>
        <pc:picChg chg="mod">
          <ac:chgData name="Herick Vitor Vieira Bittencourt" userId="252ba76e-02c0-4ceb-a17a-0788d28f8bbb" providerId="ADAL" clId="{2F4FE28B-427C-42C0-B127-2BC8C250FAEB}" dt="2026-09-28T11:22:33.155" v="403" actId="14826"/>
          <ac:picMkLst>
            <pc:docMk/>
            <pc:sldMk cId="3098058800" sldId="275"/>
            <ac:picMk id="10" creationId="{72BA926C-A1A3-D027-C2F6-A0B2780C14C2}"/>
          </ac:picMkLst>
        </pc:picChg>
      </pc:sldChg>
      <pc:sldChg chg="modSp add">
        <pc:chgData name="Herick Vitor Vieira Bittencourt" userId="252ba76e-02c0-4ceb-a17a-0788d28f8bbb" providerId="ADAL" clId="{2F4FE28B-427C-42C0-B127-2BC8C250FAEB}" dt="2026-09-28T11:22:52.970" v="405" actId="14826"/>
        <pc:sldMkLst>
          <pc:docMk/>
          <pc:sldMk cId="2105902386" sldId="276"/>
        </pc:sldMkLst>
        <pc:picChg chg="mod">
          <ac:chgData name="Herick Vitor Vieira Bittencourt" userId="252ba76e-02c0-4ceb-a17a-0788d28f8bbb" providerId="ADAL" clId="{2F4FE28B-427C-42C0-B127-2BC8C250FAEB}" dt="2026-09-28T11:22:52.970" v="405" actId="14826"/>
          <ac:picMkLst>
            <pc:docMk/>
            <pc:sldMk cId="2105902386" sldId="276"/>
            <ac:picMk id="11" creationId="{90CA8366-4A16-124F-941B-1B1DDF0F2588}"/>
          </ac:picMkLst>
        </pc:picChg>
      </pc:sldChg>
      <pc:sldChg chg="addSp delSp modSp add mod">
        <pc:chgData name="Herick Vitor Vieira Bittencourt" userId="252ba76e-02c0-4ceb-a17a-0788d28f8bbb" providerId="ADAL" clId="{2F4FE28B-427C-42C0-B127-2BC8C250FAEB}" dt="2026-09-27T16:52:23.455" v="347" actId="1076"/>
        <pc:sldMkLst>
          <pc:docMk/>
          <pc:sldMk cId="14027681" sldId="277"/>
        </pc:sldMkLst>
        <pc:spChg chg="mod">
          <ac:chgData name="Herick Vitor Vieira Bittencourt" userId="252ba76e-02c0-4ceb-a17a-0788d28f8bbb" providerId="ADAL" clId="{2F4FE28B-427C-42C0-B127-2BC8C250FAEB}" dt="2026-09-27T16:52:23.455" v="347" actId="1076"/>
          <ac:spMkLst>
            <pc:docMk/>
            <pc:sldMk cId="14027681" sldId="277"/>
            <ac:spMk id="7" creationId="{6DE95D2F-71A4-A43C-4796-C2EA0B312D16}"/>
          </ac:spMkLst>
        </pc:spChg>
        <pc:picChg chg="add mod">
          <ac:chgData name="Herick Vitor Vieira Bittencourt" userId="252ba76e-02c0-4ceb-a17a-0788d28f8bbb" providerId="ADAL" clId="{2F4FE28B-427C-42C0-B127-2BC8C250FAEB}" dt="2026-09-27T16:52:09.321" v="345" actId="1076"/>
          <ac:picMkLst>
            <pc:docMk/>
            <pc:sldMk cId="14027681" sldId="277"/>
            <ac:picMk id="5" creationId="{E0678E69-1349-B0FB-7619-64EAA2AEF4B2}"/>
          </ac:picMkLst>
        </pc:picChg>
        <pc:picChg chg="del">
          <ac:chgData name="Herick Vitor Vieira Bittencourt" userId="252ba76e-02c0-4ceb-a17a-0788d28f8bbb" providerId="ADAL" clId="{2F4FE28B-427C-42C0-B127-2BC8C250FAEB}" dt="2026-09-27T15:12:56.755" v="157" actId="478"/>
          <ac:picMkLst>
            <pc:docMk/>
            <pc:sldMk cId="14027681" sldId="277"/>
            <ac:picMk id="10" creationId="{416B523C-C6C9-C48E-6B7F-EB7808C43C1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357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51B5D-DFC3-679D-FE6D-303C06D9C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3C60B-3CF3-20F6-1281-D48DAA1DA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F03069-E97A-AB06-4849-FF09E5C1D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136BF-1CE2-6CE4-E869-DAAF2788F3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9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16E8B-D69D-86A3-B899-AF6606816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22E9A-6C50-BC9E-66B7-453A545B7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E9CC76-F818-E738-1BD7-15B2DA1AD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145CB-42D4-6A9F-E9F9-D41E5D9CCE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8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021AF-8204-34A1-8783-08F02F3D1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1BD58E-9ED1-59A8-A755-BB29658F2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F483D-388C-B20D-980B-C5F820C36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23149-38EE-374E-62DD-AB72041709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162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48D-0C16-16F5-9F04-C16CE4E7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A55DE-D40E-BF10-A7FF-A3A34A6A4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86757-7DD2-ACDE-055C-F3152870C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4BEF6-75D0-C54F-83D7-135D4F6A6A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815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6F1"/>
              </a:gs>
              <a:gs pos="55000">
                <a:srgbClr val="F4F2EC"/>
              </a:gs>
              <a:gs pos="100000">
                <a:srgbClr val="ECF2F0"/>
              </a:gs>
            </a:gsLst>
            <a:lin ang="4200000" scaled="0"/>
          </a:gra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0" y="0"/>
            <a:ext cx="4064000" cy="4064000"/>
          </a:xfrm>
          <a:prstGeom prst="rect">
            <a:avLst/>
          </a:prstGeom>
        </p:spPr>
      </p:pic>
      <p:pic>
        <p:nvPicPr>
          <p:cNvPr id="4" name="Image 1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3302000"/>
            <a:ext cx="3556000" cy="3556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65527" y="2318742"/>
            <a:ext cx="1916673" cy="35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90"/>
              </a:lnSpc>
              <a:buNone/>
            </a:pPr>
            <a:r>
              <a:rPr lang="pt-BR" sz="1850" b="1" kern="0" spc="15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PROJETO M1.2</a:t>
            </a:r>
            <a:endParaRPr lang="pt-BR" sz="1850" noProof="0" dirty="0"/>
          </a:p>
        </p:txBody>
      </p:sp>
      <p:sp>
        <p:nvSpPr>
          <p:cNvPr id="6" name="Text 2"/>
          <p:cNvSpPr/>
          <p:nvPr/>
        </p:nvSpPr>
        <p:spPr>
          <a:xfrm>
            <a:off x="1517650" y="2825452"/>
            <a:ext cx="9156700" cy="1276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928"/>
              </a:lnSpc>
              <a:buNone/>
            </a:pPr>
            <a:r>
              <a:rPr lang="pt-BR" sz="44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Operações Pontuais e Filtragem Espacial</a:t>
            </a:r>
            <a:endParaRPr lang="pt-BR" sz="4400" noProof="0" dirty="0"/>
          </a:p>
        </p:txBody>
      </p:sp>
      <p:sp>
        <p:nvSpPr>
          <p:cNvPr id="7" name="Text 3"/>
          <p:cNvSpPr/>
          <p:nvPr/>
        </p:nvSpPr>
        <p:spPr>
          <a:xfrm>
            <a:off x="4687239" y="4254798"/>
            <a:ext cx="281742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pt-BR" sz="1600" kern="0" spc="50" noProof="0" dirty="0">
                <a:solidFill>
                  <a:srgbClr val="4553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</a:t>
            </a:r>
            <a:endParaRPr lang="pt-BR" sz="1600" noProof="0" dirty="0"/>
          </a:p>
        </p:txBody>
      </p:sp>
      <p:sp>
        <p:nvSpPr>
          <p:cNvPr id="8" name="Text 4"/>
          <p:cNvSpPr/>
          <p:nvPr/>
        </p:nvSpPr>
        <p:spPr>
          <a:xfrm>
            <a:off x="812800" y="5923359"/>
            <a:ext cx="50085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Alunos: Hérick Vitor Vieira Bittencourt, Lucas Toller e Pablo Henrique</a:t>
            </a:r>
            <a:endParaRPr lang="pt-BR" sz="1200" noProof="0" dirty="0"/>
          </a:p>
        </p:txBody>
      </p:sp>
      <p:sp>
        <p:nvSpPr>
          <p:cNvPr id="9" name="Text 5"/>
          <p:cNvSpPr/>
          <p:nvPr/>
        </p:nvSpPr>
        <p:spPr>
          <a:xfrm>
            <a:off x="812800" y="6187480"/>
            <a:ext cx="50085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Professor: Felipe Viel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pt-BR" sz="30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Por que processar imagens médicas?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812800" y="1819870"/>
            <a:ext cx="8502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16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Imagens médicas nem sempre chegam prontas para a análise computacional.</a:t>
            </a:r>
            <a:endParaRPr lang="pt-BR" sz="1600" noProof="0" dirty="0"/>
          </a:p>
        </p:txBody>
      </p:sp>
      <p:sp>
        <p:nvSpPr>
          <p:cNvPr id="5" name="Shape 3"/>
          <p:cNvSpPr/>
          <p:nvPr/>
        </p:nvSpPr>
        <p:spPr>
          <a:xfrm>
            <a:off x="812800" y="2383730"/>
            <a:ext cx="9525000" cy="1180902"/>
          </a:xfrm>
          <a:prstGeom prst="roundRect">
            <a:avLst>
              <a:gd name="adj" fmla="val 6453"/>
            </a:avLst>
          </a:prstGeom>
          <a:solidFill>
            <a:srgbClr val="FDFC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12800" y="2383730"/>
            <a:ext cx="9525000" cy="1180902"/>
          </a:xfrm>
          <a:custGeom>
            <a:avLst/>
            <a:gdLst/>
            <a:ahLst/>
            <a:cxnLst/>
            <a:rect l="l" t="t" r="r" b="b"/>
            <a:pathLst>
              <a:path w="9525000" h="1180902">
                <a:moveTo>
                  <a:pt x="76200" y="1180902"/>
                </a:moveTo>
                <a:lnTo>
                  <a:pt x="76200" y="1180902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1104702"/>
                </a:lnTo>
                <a:arcTo wR="38100" hR="76200" stAng="10800000" swAng="-5400000"/>
                <a:close/>
              </a:path>
            </a:pathLst>
          </a:custGeom>
          <a:solidFill>
            <a:srgbClr val="1E6E6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1079500" y="2586930"/>
            <a:ext cx="93005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5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</a:t>
            </a:r>
            <a:endParaRPr lang="pt-BR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1079500" y="2863751"/>
            <a:ext cx="9300591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Construir um pipeline de melhoria de imagens do conjunto ISIC, combinando operações pontuais e filtragem espacial, comparando as estratégias por métricas quantitativas.</a:t>
            </a:r>
            <a:endParaRPr lang="pt-BR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812800" y="3844032"/>
            <a:ext cx="4387155" cy="391120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990600" y="3932932"/>
            <a:ext cx="41525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noProof="0" dirty="0" err="1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Dataset</a:t>
            </a:r>
            <a:r>
              <a:rPr lang="pt-BR" sz="12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ISIC — </a:t>
            </a:r>
            <a:r>
              <a:rPr lang="pt-BR" sz="1200" b="1" noProof="0" dirty="0" err="1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International</a:t>
            </a:r>
            <a:r>
              <a:rPr lang="pt-BR" sz="12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pt-BR" sz="1200" b="1" noProof="0" dirty="0" err="1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Skin</a:t>
            </a:r>
            <a:r>
              <a:rPr lang="pt-BR" sz="12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Imaging </a:t>
            </a:r>
            <a:r>
              <a:rPr lang="pt-BR" sz="1200" b="1" noProof="0" dirty="0" err="1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Collaboration</a:t>
            </a:r>
            <a:endParaRPr lang="pt-BR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pt-BR" sz="30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Desafios no processamento de imagens médicas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815975" y="1899245"/>
            <a:ext cx="1984970" cy="1700411"/>
          </a:xfrm>
          <a:prstGeom prst="roundRect">
            <a:avLst>
              <a:gd name="adj" fmla="val 5788"/>
            </a:avLst>
          </a:prstGeom>
          <a:solidFill>
            <a:srgbClr val="FDFCFA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Char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1550" y="21056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1550" y="2435820"/>
            <a:ext cx="17246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pt-BR" sz="13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Variação de contraste</a:t>
            </a:r>
            <a:endParaRPr lang="pt-BR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971550" y="2752030"/>
            <a:ext cx="17246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Dificulta ver estruturas relevantes</a:t>
            </a:r>
            <a:endParaRPr lang="pt-BR" sz="1200" noProof="0" dirty="0"/>
          </a:p>
        </p:txBody>
      </p:sp>
      <p:sp>
        <p:nvSpPr>
          <p:cNvPr id="8" name="Shape 5"/>
          <p:cNvSpPr/>
          <p:nvPr/>
        </p:nvSpPr>
        <p:spPr>
          <a:xfrm>
            <a:off x="2959695" y="1899245"/>
            <a:ext cx="1984970" cy="1700411"/>
          </a:xfrm>
          <a:prstGeom prst="roundRect">
            <a:avLst>
              <a:gd name="adj" fmla="val 5788"/>
            </a:avLst>
          </a:prstGeom>
          <a:solidFill>
            <a:srgbClr val="FDFCFA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9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15270" y="210562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15270" y="2435820"/>
            <a:ext cx="17246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pt-BR" sz="13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Presença de ruído</a:t>
            </a:r>
            <a:endParaRPr lang="pt-BR" sz="1300" noProof="0" dirty="0"/>
          </a:p>
        </p:txBody>
      </p:sp>
      <p:sp>
        <p:nvSpPr>
          <p:cNvPr id="11" name="Text 7"/>
          <p:cNvSpPr/>
          <p:nvPr/>
        </p:nvSpPr>
        <p:spPr>
          <a:xfrm>
            <a:off x="3115270" y="2752030"/>
            <a:ext cx="17246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Mascara informações importantes</a:t>
            </a:r>
            <a:endParaRPr lang="pt-BR" sz="1200" noProof="0" dirty="0"/>
          </a:p>
        </p:txBody>
      </p:sp>
      <p:sp>
        <p:nvSpPr>
          <p:cNvPr id="12" name="Shape 8"/>
          <p:cNvSpPr/>
          <p:nvPr/>
        </p:nvSpPr>
        <p:spPr>
          <a:xfrm>
            <a:off x="5103416" y="1899245"/>
            <a:ext cx="1985070" cy="1700411"/>
          </a:xfrm>
          <a:prstGeom prst="roundRect">
            <a:avLst>
              <a:gd name="adj" fmla="val 5788"/>
            </a:avLst>
          </a:prstGeom>
          <a:solidFill>
            <a:srgbClr val="FDFCFA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3" name="Image 2" descr="Search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58991" y="21056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58991" y="2435820"/>
            <a:ext cx="17247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pt-BR" sz="13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Perda de detalhes</a:t>
            </a:r>
            <a:endParaRPr lang="pt-BR" sz="1300" noProof="0" dirty="0"/>
          </a:p>
        </p:txBody>
      </p:sp>
      <p:sp>
        <p:nvSpPr>
          <p:cNvPr id="15" name="Text 10"/>
          <p:cNvSpPr/>
          <p:nvPr/>
        </p:nvSpPr>
        <p:spPr>
          <a:xfrm>
            <a:off x="5258991" y="2752030"/>
            <a:ext cx="17247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Suavização remove estruturas finas</a:t>
            </a:r>
            <a:endParaRPr lang="pt-BR" sz="1200" noProof="0" dirty="0"/>
          </a:p>
        </p:txBody>
      </p:sp>
      <p:sp>
        <p:nvSpPr>
          <p:cNvPr id="16" name="Shape 11"/>
          <p:cNvSpPr/>
          <p:nvPr/>
        </p:nvSpPr>
        <p:spPr>
          <a:xfrm>
            <a:off x="7247235" y="1899245"/>
            <a:ext cx="1984970" cy="1700411"/>
          </a:xfrm>
          <a:prstGeom prst="roundRect">
            <a:avLst>
              <a:gd name="adj" fmla="val 5788"/>
            </a:avLst>
          </a:prstGeom>
          <a:solidFill>
            <a:srgbClr val="FDFCFA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7" name="Image 3" descr="Light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02810" y="21056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2810" y="2435820"/>
            <a:ext cx="17246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pt-BR" sz="13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Realce excessivo</a:t>
            </a:r>
            <a:endParaRPr lang="pt-BR" sz="1300" noProof="0" dirty="0"/>
          </a:p>
        </p:txBody>
      </p:sp>
      <p:sp>
        <p:nvSpPr>
          <p:cNvPr id="19" name="Text 13"/>
          <p:cNvSpPr/>
          <p:nvPr/>
        </p:nvSpPr>
        <p:spPr>
          <a:xfrm>
            <a:off x="7402810" y="2752030"/>
            <a:ext cx="17246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Satura e amplifica artefatos</a:t>
            </a:r>
            <a:endParaRPr lang="pt-BR" sz="1200" noProof="0" dirty="0"/>
          </a:p>
        </p:txBody>
      </p:sp>
      <p:sp>
        <p:nvSpPr>
          <p:cNvPr id="20" name="Shape 14"/>
          <p:cNvSpPr/>
          <p:nvPr/>
        </p:nvSpPr>
        <p:spPr>
          <a:xfrm>
            <a:off x="9390955" y="1899245"/>
            <a:ext cx="1985070" cy="1700411"/>
          </a:xfrm>
          <a:prstGeom prst="roundRect">
            <a:avLst>
              <a:gd name="adj" fmla="val 5788"/>
            </a:avLst>
          </a:prstGeom>
          <a:solidFill>
            <a:srgbClr val="FDFCFA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1" name="Image 4" descr="Settings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46530" y="21056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546530" y="2435820"/>
            <a:ext cx="1724720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pt-BR" sz="13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Variação entre imagens</a:t>
            </a:r>
            <a:endParaRPr lang="pt-BR" sz="1300" noProof="0" dirty="0"/>
          </a:p>
        </p:txBody>
      </p:sp>
      <p:sp>
        <p:nvSpPr>
          <p:cNvPr id="23" name="Text 16"/>
          <p:cNvSpPr/>
          <p:nvPr/>
        </p:nvSpPr>
        <p:spPr>
          <a:xfrm>
            <a:off x="9546530" y="2966641"/>
            <a:ext cx="17247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funciona numa, pode falhar noutra</a:t>
            </a:r>
            <a:endParaRPr lang="pt-BR" sz="1200" noProof="0" dirty="0"/>
          </a:p>
        </p:txBody>
      </p:sp>
      <p:sp>
        <p:nvSpPr>
          <p:cNvPr id="24" name="Text 17"/>
          <p:cNvSpPr/>
          <p:nvPr/>
        </p:nvSpPr>
        <p:spPr>
          <a:xfrm>
            <a:off x="812800" y="623828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8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CATEGORIA ISIC · DERMATOFIBROMA</a:t>
            </a:r>
            <a:endParaRPr lang="pt-BR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pt-BR" sz="30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Imagens selecionadas</a:t>
            </a:r>
            <a:endParaRPr lang="pt-BR" sz="3000" noProof="0" dirty="0"/>
          </a:p>
        </p:txBody>
      </p:sp>
      <p:pic>
        <p:nvPicPr>
          <p:cNvPr id="5" name="Image 0" descr="Lesão ISIC_0011410"/>
          <p:cNvPicPr>
            <a:picLocks noChangeAspect="1"/>
          </p:cNvPicPr>
          <p:nvPr/>
        </p:nvPicPr>
        <p:blipFill>
          <a:blip r:embed="rId3"/>
          <a:srcRect l="2653" r="2653"/>
          <a:stretch/>
        </p:blipFill>
        <p:spPr>
          <a:xfrm>
            <a:off x="812800" y="1797050"/>
            <a:ext cx="2508250" cy="1778000"/>
          </a:xfrm>
          <a:prstGeom prst="roundRect">
            <a:avLst>
              <a:gd name="adj" fmla="val 5714"/>
            </a:avLst>
          </a:prstGeom>
        </p:spPr>
      </p:pic>
      <p:sp>
        <p:nvSpPr>
          <p:cNvPr id="6" name="Text 3"/>
          <p:cNvSpPr/>
          <p:nvPr/>
        </p:nvSpPr>
        <p:spPr>
          <a:xfrm>
            <a:off x="812800" y="3676650"/>
            <a:ext cx="2583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ISIC_0011410 (ISIC1)</a:t>
            </a:r>
            <a:endParaRPr lang="pt-BR" sz="1200" noProof="0" dirty="0"/>
          </a:p>
        </p:txBody>
      </p:sp>
      <p:sp>
        <p:nvSpPr>
          <p:cNvPr id="7" name="Text 4"/>
          <p:cNvSpPr/>
          <p:nvPr/>
        </p:nvSpPr>
        <p:spPr>
          <a:xfrm>
            <a:off x="812800" y="3991570"/>
            <a:ext cx="2583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Contraste baixo · bordas irregulares</a:t>
            </a:r>
            <a:endParaRPr lang="pt-BR" sz="1200" noProof="0" dirty="0"/>
          </a:p>
        </p:txBody>
      </p:sp>
      <p:pic>
        <p:nvPicPr>
          <p:cNvPr id="8" name="Image 1" descr="Lesão ISIC_0011865"/>
          <p:cNvPicPr>
            <a:picLocks noChangeAspect="1"/>
          </p:cNvPicPr>
          <p:nvPr/>
        </p:nvPicPr>
        <p:blipFill>
          <a:blip r:embed="rId4"/>
          <a:srcRect l="3226" r="3226"/>
          <a:stretch/>
        </p:blipFill>
        <p:spPr>
          <a:xfrm>
            <a:off x="3498850" y="1797050"/>
            <a:ext cx="2508250" cy="1778000"/>
          </a:xfrm>
          <a:prstGeom prst="roundRect">
            <a:avLst>
              <a:gd name="adj" fmla="val 5714"/>
            </a:avLst>
          </a:prstGeom>
        </p:spPr>
      </p:pic>
      <p:sp>
        <p:nvSpPr>
          <p:cNvPr id="9" name="Text 5"/>
          <p:cNvSpPr/>
          <p:nvPr/>
        </p:nvSpPr>
        <p:spPr>
          <a:xfrm>
            <a:off x="3498850" y="3676650"/>
            <a:ext cx="2583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ISIC_0011865 (ISIC2)</a:t>
            </a:r>
            <a:endParaRPr lang="pt-BR" sz="1200" noProof="0" dirty="0"/>
          </a:p>
        </p:txBody>
      </p:sp>
      <p:sp>
        <p:nvSpPr>
          <p:cNvPr id="10" name="Text 6"/>
          <p:cNvSpPr/>
          <p:nvPr/>
        </p:nvSpPr>
        <p:spPr>
          <a:xfrm>
            <a:off x="3498850" y="3991570"/>
            <a:ext cx="2583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Alto contraste · ruído (pelos, gotas)</a:t>
            </a:r>
            <a:endParaRPr lang="pt-BR" sz="1200" noProof="0" dirty="0"/>
          </a:p>
        </p:txBody>
      </p:sp>
      <p:pic>
        <p:nvPicPr>
          <p:cNvPr id="11" name="Image 2" descr="Lesão ISIC_0024396"/>
          <p:cNvPicPr>
            <a:picLocks noChangeAspect="1"/>
          </p:cNvPicPr>
          <p:nvPr/>
        </p:nvPicPr>
        <p:blipFill>
          <a:blip r:embed="rId5"/>
          <a:srcRect t="2743" b="2743"/>
          <a:stretch/>
        </p:blipFill>
        <p:spPr>
          <a:xfrm>
            <a:off x="6184900" y="1797050"/>
            <a:ext cx="2508250" cy="1778000"/>
          </a:xfrm>
          <a:prstGeom prst="roundRect">
            <a:avLst>
              <a:gd name="adj" fmla="val 5714"/>
            </a:avLst>
          </a:prstGeom>
        </p:spPr>
      </p:pic>
      <p:sp>
        <p:nvSpPr>
          <p:cNvPr id="12" name="Text 7"/>
          <p:cNvSpPr/>
          <p:nvPr/>
        </p:nvSpPr>
        <p:spPr>
          <a:xfrm>
            <a:off x="6184900" y="3676650"/>
            <a:ext cx="2583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ISIC_0024396 (ISIC3)</a:t>
            </a:r>
            <a:endParaRPr lang="pt-BR" sz="1200" noProof="0" dirty="0"/>
          </a:p>
        </p:txBody>
      </p:sp>
      <p:sp>
        <p:nvSpPr>
          <p:cNvPr id="13" name="Text 8"/>
          <p:cNvSpPr/>
          <p:nvPr/>
        </p:nvSpPr>
        <p:spPr>
          <a:xfrm>
            <a:off x="6184900" y="3991570"/>
            <a:ext cx="2583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Alto contraste · borda bem definida</a:t>
            </a:r>
            <a:endParaRPr lang="pt-BR" sz="1200" noProof="0" dirty="0"/>
          </a:p>
        </p:txBody>
      </p:sp>
      <p:pic>
        <p:nvPicPr>
          <p:cNvPr id="14" name="Image 3" descr="Lesão ISIC_0024994"/>
          <p:cNvPicPr>
            <a:picLocks noChangeAspect="1"/>
          </p:cNvPicPr>
          <p:nvPr/>
        </p:nvPicPr>
        <p:blipFill>
          <a:blip r:embed="rId6"/>
          <a:srcRect t="2743" b="2743"/>
          <a:stretch/>
        </p:blipFill>
        <p:spPr>
          <a:xfrm>
            <a:off x="8870950" y="1797050"/>
            <a:ext cx="2508250" cy="1778000"/>
          </a:xfrm>
          <a:prstGeom prst="roundRect">
            <a:avLst>
              <a:gd name="adj" fmla="val 5714"/>
            </a:avLst>
          </a:prstGeom>
        </p:spPr>
      </p:pic>
      <p:sp>
        <p:nvSpPr>
          <p:cNvPr id="15" name="Text 9"/>
          <p:cNvSpPr/>
          <p:nvPr/>
        </p:nvSpPr>
        <p:spPr>
          <a:xfrm>
            <a:off x="8870950" y="3676650"/>
            <a:ext cx="2583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ISIC_0024994 (ISIC3)</a:t>
            </a:r>
            <a:endParaRPr lang="pt-BR" sz="1200" noProof="0" dirty="0"/>
          </a:p>
        </p:txBody>
      </p:sp>
      <p:sp>
        <p:nvSpPr>
          <p:cNvPr id="16" name="Text 10"/>
          <p:cNvSpPr/>
          <p:nvPr/>
        </p:nvSpPr>
        <p:spPr>
          <a:xfrm>
            <a:off x="8870950" y="3991570"/>
            <a:ext cx="25834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Contraste baixíssimo · imagem borrada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5876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VISÃO GERAL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2148284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pt-BR" sz="30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 pipeline de processamento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815975" y="3145830"/>
            <a:ext cx="1771650" cy="859730"/>
          </a:xfrm>
          <a:prstGeom prst="roundRect">
            <a:avLst>
              <a:gd name="adj" fmla="val 11448"/>
            </a:avLst>
          </a:prstGeom>
          <a:solidFill>
            <a:srgbClr val="FDFCFA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Boo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00200" y="3326805"/>
            <a:ext cx="203200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0330" y="3593505"/>
            <a:ext cx="130284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pt-BR" sz="13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Imagem original</a:t>
            </a:r>
            <a:endParaRPr lang="pt-BR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2692400" y="3433465"/>
            <a:ext cx="254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1600" b="1" noProof="0" dirty="0">
                <a:solidFill>
                  <a:srgbClr val="C7C2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pt-BR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3003550" y="2999184"/>
            <a:ext cx="1778000" cy="1153021"/>
          </a:xfrm>
          <a:prstGeom prst="roundRect">
            <a:avLst>
              <a:gd name="adj" fmla="val 8261"/>
            </a:avLst>
          </a:prstGeom>
          <a:solidFill>
            <a:srgbClr val="EFF7F6"/>
          </a:solidFill>
          <a:ln w="12700">
            <a:solidFill>
              <a:srgbClr val="1E6E6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/>
          <p:nvPr/>
        </p:nvSpPr>
        <p:spPr>
          <a:xfrm>
            <a:off x="3594993" y="3183334"/>
            <a:ext cx="645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1</a:t>
            </a:r>
            <a:endParaRPr lang="pt-BR" sz="1200" noProof="0" dirty="0"/>
          </a:p>
        </p:txBody>
      </p:sp>
      <p:sp>
        <p:nvSpPr>
          <p:cNvPr id="10" name="Text 7"/>
          <p:cNvSpPr/>
          <p:nvPr/>
        </p:nvSpPr>
        <p:spPr>
          <a:xfrm>
            <a:off x="3292277" y="3460155"/>
            <a:ext cx="12005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pt-BR" sz="13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Correção gama</a:t>
            </a:r>
            <a:endParaRPr lang="pt-BR" sz="1300" noProof="0" dirty="0"/>
          </a:p>
        </p:txBody>
      </p:sp>
      <p:sp>
        <p:nvSpPr>
          <p:cNvPr id="11" name="Text 8"/>
          <p:cNvSpPr/>
          <p:nvPr/>
        </p:nvSpPr>
        <p:spPr>
          <a:xfrm>
            <a:off x="3257550" y="3754735"/>
            <a:ext cx="127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Operação pontual</a:t>
            </a:r>
            <a:endParaRPr lang="pt-BR" sz="1200" noProof="0" dirty="0"/>
          </a:p>
        </p:txBody>
      </p:sp>
      <p:sp>
        <p:nvSpPr>
          <p:cNvPr id="12" name="Text 9"/>
          <p:cNvSpPr/>
          <p:nvPr/>
        </p:nvSpPr>
        <p:spPr>
          <a:xfrm>
            <a:off x="4889500" y="3433465"/>
            <a:ext cx="254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1600" b="1" noProof="0" dirty="0">
                <a:solidFill>
                  <a:srgbClr val="C7C2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pt-BR" sz="1600" noProof="0" dirty="0"/>
          </a:p>
        </p:txBody>
      </p:sp>
      <p:sp>
        <p:nvSpPr>
          <p:cNvPr id="13" name="Shape 10"/>
          <p:cNvSpPr/>
          <p:nvPr/>
        </p:nvSpPr>
        <p:spPr>
          <a:xfrm>
            <a:off x="5200650" y="2999184"/>
            <a:ext cx="1778000" cy="1153021"/>
          </a:xfrm>
          <a:prstGeom prst="roundRect">
            <a:avLst>
              <a:gd name="adj" fmla="val 8261"/>
            </a:avLst>
          </a:prstGeom>
          <a:solidFill>
            <a:srgbClr val="EFF7F6"/>
          </a:solidFill>
          <a:ln w="12700">
            <a:solidFill>
              <a:srgbClr val="1E6E6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5792093" y="3183334"/>
            <a:ext cx="645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2</a:t>
            </a:r>
            <a:endParaRPr lang="pt-BR" sz="1200" noProof="0" dirty="0"/>
          </a:p>
        </p:txBody>
      </p:sp>
      <p:sp>
        <p:nvSpPr>
          <p:cNvPr id="15" name="Text 12"/>
          <p:cNvSpPr/>
          <p:nvPr/>
        </p:nvSpPr>
        <p:spPr>
          <a:xfrm>
            <a:off x="5569545" y="3460155"/>
            <a:ext cx="104011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pt-BR" sz="13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Mediana 3×3</a:t>
            </a:r>
            <a:endParaRPr lang="pt-BR" sz="1300" noProof="0" dirty="0"/>
          </a:p>
        </p:txBody>
      </p:sp>
      <p:sp>
        <p:nvSpPr>
          <p:cNvPr id="16" name="Text 13"/>
          <p:cNvSpPr/>
          <p:nvPr/>
        </p:nvSpPr>
        <p:spPr>
          <a:xfrm>
            <a:off x="5409803" y="3754735"/>
            <a:ext cx="13596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Ruído + suavização</a:t>
            </a:r>
            <a:endParaRPr lang="pt-BR" sz="1200" noProof="0" dirty="0"/>
          </a:p>
        </p:txBody>
      </p:sp>
      <p:sp>
        <p:nvSpPr>
          <p:cNvPr id="17" name="Text 14"/>
          <p:cNvSpPr/>
          <p:nvPr/>
        </p:nvSpPr>
        <p:spPr>
          <a:xfrm>
            <a:off x="7086600" y="3433465"/>
            <a:ext cx="254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1600" b="1" noProof="0" dirty="0">
                <a:solidFill>
                  <a:srgbClr val="C7C2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pt-BR" sz="1600" noProof="0" dirty="0"/>
          </a:p>
        </p:txBody>
      </p:sp>
      <p:sp>
        <p:nvSpPr>
          <p:cNvPr id="18" name="Shape 15"/>
          <p:cNvSpPr/>
          <p:nvPr/>
        </p:nvSpPr>
        <p:spPr>
          <a:xfrm>
            <a:off x="7397750" y="2999184"/>
            <a:ext cx="1778000" cy="1153021"/>
          </a:xfrm>
          <a:prstGeom prst="roundRect">
            <a:avLst>
              <a:gd name="adj" fmla="val 8261"/>
            </a:avLst>
          </a:prstGeom>
          <a:solidFill>
            <a:srgbClr val="EFF7F6"/>
          </a:solidFill>
          <a:ln w="12700">
            <a:solidFill>
              <a:srgbClr val="1E6E6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6"/>
          <p:cNvSpPr/>
          <p:nvPr/>
        </p:nvSpPr>
        <p:spPr>
          <a:xfrm>
            <a:off x="7989193" y="3183334"/>
            <a:ext cx="645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3</a:t>
            </a:r>
            <a:endParaRPr lang="pt-BR" sz="1200" noProof="0" dirty="0"/>
          </a:p>
        </p:txBody>
      </p:sp>
      <p:sp>
        <p:nvSpPr>
          <p:cNvPr id="20" name="Text 17"/>
          <p:cNvSpPr/>
          <p:nvPr/>
        </p:nvSpPr>
        <p:spPr>
          <a:xfrm>
            <a:off x="7833420" y="3460155"/>
            <a:ext cx="90656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pt-BR" sz="13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High-Boost</a:t>
            </a:r>
            <a:endParaRPr lang="pt-BR" sz="1300" noProof="0" dirty="0"/>
          </a:p>
        </p:txBody>
      </p:sp>
      <p:sp>
        <p:nvSpPr>
          <p:cNvPr id="21" name="Text 18"/>
          <p:cNvSpPr/>
          <p:nvPr/>
        </p:nvSpPr>
        <p:spPr>
          <a:xfrm>
            <a:off x="7829451" y="3754735"/>
            <a:ext cx="9144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Aguçamento</a:t>
            </a:r>
            <a:endParaRPr lang="pt-BR" sz="1200" noProof="0" dirty="0"/>
          </a:p>
        </p:txBody>
      </p:sp>
      <p:sp>
        <p:nvSpPr>
          <p:cNvPr id="22" name="Text 19"/>
          <p:cNvSpPr/>
          <p:nvPr/>
        </p:nvSpPr>
        <p:spPr>
          <a:xfrm>
            <a:off x="9283700" y="3433465"/>
            <a:ext cx="254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1600" b="1" noProof="0" dirty="0">
                <a:solidFill>
                  <a:srgbClr val="C7C2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pt-BR" sz="1600" noProof="0" dirty="0"/>
          </a:p>
        </p:txBody>
      </p:sp>
      <p:sp>
        <p:nvSpPr>
          <p:cNvPr id="23" name="Shape 20"/>
          <p:cNvSpPr/>
          <p:nvPr/>
        </p:nvSpPr>
        <p:spPr>
          <a:xfrm>
            <a:off x="9594850" y="2999184"/>
            <a:ext cx="1778000" cy="1153021"/>
          </a:xfrm>
          <a:prstGeom prst="roundRect">
            <a:avLst>
              <a:gd name="adj" fmla="val 8261"/>
            </a:avLst>
          </a:prstGeom>
          <a:solidFill>
            <a:srgbClr val="EFF7F6"/>
          </a:solidFill>
          <a:ln w="12700">
            <a:solidFill>
              <a:srgbClr val="1E6E6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1"/>
          <p:cNvSpPr/>
          <p:nvPr/>
        </p:nvSpPr>
        <p:spPr>
          <a:xfrm>
            <a:off x="10186293" y="3183334"/>
            <a:ext cx="645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noProof="0" dirty="0">
                <a:solidFill>
                  <a:srgbClr val="1E6E68"/>
                </a:solidFill>
                <a:latin typeface="IBM Plex Sans" pitchFamily="34" charset="0"/>
              </a:rPr>
              <a:t>PARTE 4</a:t>
            </a:r>
          </a:p>
        </p:txBody>
      </p:sp>
      <p:sp>
        <p:nvSpPr>
          <p:cNvPr id="25" name="Text 22"/>
          <p:cNvSpPr/>
          <p:nvPr/>
        </p:nvSpPr>
        <p:spPr>
          <a:xfrm>
            <a:off x="9977338" y="3460155"/>
            <a:ext cx="101302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pt-BR" sz="13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Comparação</a:t>
            </a:r>
            <a:endParaRPr lang="pt-BR" sz="1300" noProof="0" dirty="0"/>
          </a:p>
        </p:txBody>
      </p:sp>
      <p:sp>
        <p:nvSpPr>
          <p:cNvPr id="26" name="Text 23"/>
          <p:cNvSpPr/>
          <p:nvPr/>
        </p:nvSpPr>
        <p:spPr>
          <a:xfrm>
            <a:off x="9939834" y="3754735"/>
            <a:ext cx="10879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</a:rPr>
              <a:t>Diferentes ordens</a:t>
            </a:r>
            <a:endParaRPr lang="pt-BR" sz="1200" noProof="0" dirty="0"/>
          </a:p>
        </p:txBody>
      </p:sp>
      <p:sp>
        <p:nvSpPr>
          <p:cNvPr id="28" name="Text 25"/>
          <p:cNvSpPr/>
          <p:nvPr/>
        </p:nvSpPr>
        <p:spPr>
          <a:xfrm>
            <a:off x="812800" y="623828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1 · OPERAÇÃO PONTUAL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pt-BR" sz="30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Correção gama automática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815975" y="1823045"/>
            <a:ext cx="5162550" cy="2029420"/>
          </a:xfrm>
          <a:prstGeom prst="roundRect">
            <a:avLst>
              <a:gd name="adj" fmla="val 4850"/>
            </a:avLst>
          </a:prstGeom>
          <a:solidFill>
            <a:srgbClr val="FDFCFA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1047750" y="2054820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5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FÓRMULA</a:t>
            </a:r>
            <a:endParaRPr lang="pt-BR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1047750" y="2395141"/>
            <a:ext cx="483997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1600" noProof="0" dirty="0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 = c · </a:t>
            </a:r>
            <a:r>
              <a:rPr lang="pt-BR" sz="1600" noProof="0" dirty="0" err="1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r^γ</a:t>
            </a:r>
            <a:endParaRPr lang="pt-BR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1047750" y="2806601"/>
            <a:ext cx="48399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4553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γ = </a:t>
            </a:r>
            <a:r>
              <a:rPr lang="pt-BR" sz="1300" noProof="0" dirty="0" err="1">
                <a:solidFill>
                  <a:srgbClr val="4553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ln</a:t>
            </a:r>
            <a:r>
              <a:rPr lang="pt-BR" sz="1300" noProof="0" dirty="0">
                <a:solidFill>
                  <a:srgbClr val="4553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(0.5) / </a:t>
            </a:r>
            <a:r>
              <a:rPr lang="pt-BR" sz="1300" noProof="0" dirty="0" err="1">
                <a:solidFill>
                  <a:srgbClr val="4553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ln</a:t>
            </a:r>
            <a:r>
              <a:rPr lang="pt-BR" sz="1300" noProof="0" dirty="0">
                <a:solidFill>
                  <a:srgbClr val="4553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(média)</a:t>
            </a:r>
            <a:endParaRPr lang="pt-B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1047750" y="3164681"/>
            <a:ext cx="48399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γ calculado automaticamente a partir do brilho médio de cada imagem, aplicado igualmente nos canais B, G, R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6184900" y="1819870"/>
            <a:ext cx="5194300" cy="2035770"/>
          </a:xfrm>
          <a:prstGeom prst="roundRect">
            <a:avLst>
              <a:gd name="adj" fmla="val 3743"/>
            </a:avLst>
          </a:prstGeom>
          <a:solidFill>
            <a:srgbClr val="FDFC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184900" y="1819870"/>
            <a:ext cx="5194300" cy="2035770"/>
          </a:xfrm>
          <a:custGeom>
            <a:avLst/>
            <a:gdLst/>
            <a:ahLst/>
            <a:cxnLst/>
            <a:rect l="l" t="t" r="r" b="b"/>
            <a:pathLst>
              <a:path w="5194300" h="2035770">
                <a:moveTo>
                  <a:pt x="76200" y="2035770"/>
                </a:moveTo>
                <a:lnTo>
                  <a:pt x="76200" y="203577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1959570"/>
                </a:lnTo>
                <a:arcTo wR="38100" hR="76200" stAng="10800000" swAng="-5400000"/>
                <a:close/>
              </a:path>
            </a:pathLst>
          </a:custGeom>
          <a:solidFill>
            <a:srgbClr val="1E6E6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6451600" y="2048470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5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QUÊ?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6451600" y="2388791"/>
            <a:ext cx="4839970" cy="126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pt-BR" sz="13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4 imagens têm contrastes muito diferentes entre si</a:t>
            </a:r>
            <a:endParaRPr lang="pt-BR" sz="1300" noProof="0" dirty="0"/>
          </a:p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pt-BR" sz="13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Equalização global arriscaria </a:t>
            </a:r>
            <a:r>
              <a:rPr lang="pt-BR" sz="1300" noProof="0" dirty="0" err="1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sobre-realçar</a:t>
            </a:r>
            <a:r>
              <a:rPr lang="pt-BR" sz="13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as já bem distribuídas</a:t>
            </a:r>
            <a:endParaRPr lang="pt-BR" sz="1300" noProof="0" dirty="0"/>
          </a:p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pt-BR" sz="13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Transformação suave e monotônica</a:t>
            </a:r>
            <a:endParaRPr lang="pt-BR" sz="1300" noProof="0" dirty="0"/>
          </a:p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pt-BR" sz="13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Preserva a relação de cor entre canais</a:t>
            </a:r>
            <a:endParaRPr lang="pt-BR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1 · IMPLEMENTAÇÃO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pt-BR" sz="26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Código-chave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815975" y="1739205"/>
            <a:ext cx="10560050" cy="2667794"/>
          </a:xfrm>
          <a:prstGeom prst="roundRect">
            <a:avLst>
              <a:gd name="adj" fmla="val 3689"/>
            </a:avLst>
          </a:prstGeom>
          <a:solidFill>
            <a:srgbClr val="EAEFEE"/>
          </a:solidFill>
          <a:ln w="635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1098550" y="1996380"/>
            <a:ext cx="102947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b="1" noProof="0" dirty="0" err="1">
                <a:solidFill>
                  <a:srgbClr val="1E6E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r>
              <a:rPr lang="pt-BR" sz="1300" b="1" noProof="0" dirty="0">
                <a:solidFill>
                  <a:srgbClr val="1E6E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pt-BR" sz="1300" b="1" noProof="0" dirty="0" err="1">
                <a:solidFill>
                  <a:srgbClr val="1E6E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calcular_gamma_automatico</a:t>
            </a:r>
            <a:r>
              <a:rPr lang="pt-BR" sz="1300" b="1" noProof="0" dirty="0">
                <a:solidFill>
                  <a:srgbClr val="1E6E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pt-BR" sz="1300" b="1" noProof="0" dirty="0" err="1">
                <a:solidFill>
                  <a:srgbClr val="1E6E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canal_cinza</a:t>
            </a:r>
            <a:r>
              <a:rPr lang="pt-BR" sz="1300" b="1" noProof="0" dirty="0">
                <a:solidFill>
                  <a:srgbClr val="1E6E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pt-BR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1098550" y="2265561"/>
            <a:ext cx="102947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media = 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canal_cinza.mean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/ 255.0</a:t>
            </a:r>
            <a:endParaRPr lang="pt-BR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1098550" y="2534741"/>
            <a:ext cx="102947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gamma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np.log(0.5) / np.log(media)</a:t>
            </a:r>
            <a:endParaRPr lang="pt-B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1098550" y="2803922"/>
            <a:ext cx="102947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np.clip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gamma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0.2, 5.0)</a:t>
            </a:r>
            <a:endParaRPr lang="pt-BR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1098550" y="3111202"/>
            <a:ext cx="102947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b="1" noProof="0" dirty="0" err="1">
                <a:solidFill>
                  <a:srgbClr val="1E6E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r>
              <a:rPr lang="pt-BR" sz="1300" b="1" noProof="0" dirty="0">
                <a:solidFill>
                  <a:srgbClr val="1E6E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pt-BR" sz="1300" b="1" noProof="0" dirty="0" err="1">
                <a:solidFill>
                  <a:srgbClr val="1E6E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aplicar_gama</a:t>
            </a:r>
            <a:r>
              <a:rPr lang="pt-BR" sz="1300" b="1" noProof="0" dirty="0">
                <a:solidFill>
                  <a:srgbClr val="1E6E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(imagem, </a:t>
            </a:r>
            <a:r>
              <a:rPr lang="pt-BR" sz="1300" b="1" noProof="0" dirty="0" err="1">
                <a:solidFill>
                  <a:srgbClr val="1E6E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gamma</a:t>
            </a:r>
            <a:r>
              <a:rPr lang="pt-BR" sz="1300" b="1" noProof="0" dirty="0">
                <a:solidFill>
                  <a:srgbClr val="1E6E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pt-BR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1098550" y="3380383"/>
            <a:ext cx="102947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 = 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np.arange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(256, 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dtype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=np.float64)</a:t>
            </a:r>
            <a:endParaRPr lang="pt-B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1098550" y="3649563"/>
            <a:ext cx="102947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lut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np.clip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(255.0*(i/255.0)**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gamma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0, 255)</a:t>
            </a:r>
            <a:endParaRPr lang="pt-BR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1098550" y="3918744"/>
            <a:ext cx="102947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lut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[imagem].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astype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(np.uint8)</a:t>
            </a:r>
            <a:endParaRPr lang="pt-BR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0477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1 · RESULTADOS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394299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pt-BR" sz="30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Original × corrigida (γ automático)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2762250" y="1718270"/>
            <a:ext cx="6667500" cy="3429000"/>
          </a:xfrm>
          <a:prstGeom prst="roundRect">
            <a:avLst>
              <a:gd name="adj" fmla="val 2222"/>
            </a:avLst>
          </a:prstGeom>
          <a:solidFill>
            <a:srgbClr val="FDFCFA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l="669" r="669"/>
          <a:stretch/>
        </p:blipFill>
        <p:spPr>
          <a:xfrm>
            <a:off x="1517650" y="908649"/>
            <a:ext cx="9156700" cy="4751772"/>
          </a:xfrm>
          <a:prstGeom prst="roundRect">
            <a:avLst>
              <a:gd name="adj" fmla="val 2045"/>
            </a:avLst>
          </a:prstGeom>
        </p:spPr>
      </p:pic>
      <p:sp>
        <p:nvSpPr>
          <p:cNvPr id="7" name="Text 4"/>
          <p:cNvSpPr/>
          <p:nvPr/>
        </p:nvSpPr>
        <p:spPr>
          <a:xfrm>
            <a:off x="1517650" y="5705570"/>
            <a:ext cx="91567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Desvio padrão da luminância aumentou nas 4 imagens, com maior ganho relativo em ISIC3 (γ=1.83, </a:t>
            </a:r>
            <a:r>
              <a:rPr lang="pt-BR" sz="1300" noProof="0" dirty="0" err="1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std</a:t>
            </a:r>
            <a:r>
              <a:rPr lang="pt-BR" sz="13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17.2 → 21.5, +25%).</a:t>
            </a:r>
            <a:endParaRPr lang="pt-BR" sz="1300" noProof="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2 · FILTRAGEM ESPACIAL — SUAVIZAÇÃO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pt-BR" sz="30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Ruído sal-e-pimenta + mediana 3×3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815975" y="1823045"/>
            <a:ext cx="5200650" cy="1184870"/>
          </a:xfrm>
          <a:prstGeom prst="roundRect">
            <a:avLst>
              <a:gd name="adj" fmla="val 8307"/>
            </a:avLst>
          </a:prstGeom>
          <a:solidFill>
            <a:srgbClr val="FDFCFA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3020020" y="2029420"/>
            <a:ext cx="84335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pt-BR" sz="40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5%</a:t>
            </a:r>
            <a:endParaRPr lang="pt-BR" sz="4000" noProof="0" dirty="0"/>
          </a:p>
        </p:txBody>
      </p:sp>
      <p:sp>
        <p:nvSpPr>
          <p:cNvPr id="6" name="Text 4"/>
          <p:cNvSpPr/>
          <p:nvPr/>
        </p:nvSpPr>
        <p:spPr>
          <a:xfrm>
            <a:off x="2175037" y="2588220"/>
            <a:ext cx="24824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pixels com ruído sal-e-pimenta</a:t>
            </a:r>
            <a:endParaRPr lang="pt-B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6175375" y="1823045"/>
            <a:ext cx="5200650" cy="1184870"/>
          </a:xfrm>
          <a:prstGeom prst="roundRect">
            <a:avLst>
              <a:gd name="adj" fmla="val 8307"/>
            </a:avLst>
          </a:prstGeom>
          <a:solidFill>
            <a:srgbClr val="FDFCFA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8318500" y="2029420"/>
            <a:ext cx="96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pt-BR" sz="40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3×3</a:t>
            </a:r>
            <a:endParaRPr lang="pt-BR" sz="4000" noProof="0" dirty="0"/>
          </a:p>
        </p:txBody>
      </p:sp>
      <p:sp>
        <p:nvSpPr>
          <p:cNvPr id="9" name="Text 7"/>
          <p:cNvSpPr/>
          <p:nvPr/>
        </p:nvSpPr>
        <p:spPr>
          <a:xfrm>
            <a:off x="7841636" y="2588220"/>
            <a:ext cx="18680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janela do filtro da mediana</a:t>
            </a:r>
            <a:endParaRPr lang="pt-BR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812800" y="3290491"/>
            <a:ext cx="10566400" cy="1180902"/>
          </a:xfrm>
          <a:prstGeom prst="roundRect">
            <a:avLst>
              <a:gd name="adj" fmla="val 6453"/>
            </a:avLst>
          </a:prstGeom>
          <a:solidFill>
            <a:srgbClr val="FDFC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812800" y="3290491"/>
            <a:ext cx="10566400" cy="1180902"/>
          </a:xfrm>
          <a:custGeom>
            <a:avLst/>
            <a:gdLst/>
            <a:ahLst/>
            <a:cxnLst/>
            <a:rect l="l" t="t" r="r" b="b"/>
            <a:pathLst>
              <a:path w="10566400" h="1180902">
                <a:moveTo>
                  <a:pt x="76200" y="1180902"/>
                </a:moveTo>
                <a:lnTo>
                  <a:pt x="76200" y="1180902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1104702"/>
                </a:lnTo>
                <a:arcTo wR="38100" hR="76200" stAng="10800000" swAng="-5400000"/>
                <a:close/>
              </a:path>
            </a:pathLst>
          </a:custGeom>
          <a:solidFill>
            <a:srgbClr val="1E6E6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1079500" y="3493691"/>
            <a:ext cx="10373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5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QUÊ A MEDIANA?</a:t>
            </a:r>
            <a:endParaRPr lang="pt-BR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1079500" y="3770511"/>
            <a:ext cx="10373233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Bom desempenho contra ruído impulsivo. Substitui cada pixel pela mediana da vizinhança, reduzindo a influência dos valores extremos (0 e 255).</a:t>
            </a:r>
            <a:endParaRPr lang="pt-BR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2 · IMPLEMENTAÇÃO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pt-BR" sz="26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Filtro da mediana — sem funções prontas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815975" y="1739205"/>
            <a:ext cx="10560050" cy="2129433"/>
          </a:xfrm>
          <a:prstGeom prst="roundRect">
            <a:avLst>
              <a:gd name="adj" fmla="val 4622"/>
            </a:avLst>
          </a:prstGeom>
          <a:solidFill>
            <a:srgbClr val="EAEFEE"/>
          </a:solidFill>
          <a:ln w="635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1098550" y="1996380"/>
            <a:ext cx="102947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5563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vizinhanças 3×3 de cada pixel, sem filtro pronto</a:t>
            </a:r>
            <a:endParaRPr lang="pt-BR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1098550" y="2265561"/>
            <a:ext cx="102947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janelas = </a:t>
            </a:r>
            <a:r>
              <a:rPr lang="pt-BR" sz="1300" noProof="0" dirty="0" err="1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sliding_window_view</a:t>
            </a:r>
            <a:r>
              <a:rPr lang="pt-BR" sz="1300" noProof="0" dirty="0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(imagem, (3,3), </a:t>
            </a:r>
            <a:r>
              <a:rPr lang="pt-BR" sz="1300" noProof="0" dirty="0" err="1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</a:t>
            </a:r>
            <a:r>
              <a:rPr lang="pt-BR" sz="1300" noProof="0" dirty="0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=(0,1))</a:t>
            </a:r>
            <a:endParaRPr lang="pt-BR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1098550" y="2534741"/>
            <a:ext cx="102947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janelas = </a:t>
            </a:r>
            <a:r>
              <a:rPr lang="pt-BR" sz="1300" noProof="0" dirty="0" err="1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janelas.reshape</a:t>
            </a:r>
            <a:r>
              <a:rPr lang="pt-BR" sz="1300" noProof="0" dirty="0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(altura, largura, canais, 9)</a:t>
            </a:r>
            <a:endParaRPr lang="pt-B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1098550" y="2842022"/>
            <a:ext cx="102947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5563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ordena os 9 valores; a mediana é a posição central</a:t>
            </a:r>
            <a:endParaRPr lang="pt-BR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1098550" y="3111202"/>
            <a:ext cx="102947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medianas = </a:t>
            </a:r>
            <a:r>
              <a:rPr lang="pt-BR" sz="1300" noProof="0" dirty="0" err="1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np.sort</a:t>
            </a:r>
            <a:r>
              <a:rPr lang="pt-BR" sz="1300" noProof="0" dirty="0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(janelas, </a:t>
            </a:r>
            <a:r>
              <a:rPr lang="pt-BR" sz="1300" noProof="0" dirty="0" err="1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</a:t>
            </a:r>
            <a:r>
              <a:rPr lang="pt-BR" sz="1300" noProof="0" dirty="0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=-1)[..., 4]</a:t>
            </a:r>
            <a:endParaRPr lang="pt-BR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1098550" y="3380383"/>
            <a:ext cx="102947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 err="1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imagem_filtrada</a:t>
            </a:r>
            <a:r>
              <a:rPr lang="pt-BR" sz="1300" noProof="0" dirty="0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[1:-1, 1:-1, :] = medianas</a:t>
            </a:r>
            <a:endParaRPr lang="pt-B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812800" y="4125813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Ruído aplicado com </a:t>
            </a:r>
            <a:r>
              <a:rPr lang="pt-BR" sz="1300" noProof="0" dirty="0" err="1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seed</a:t>
            </a:r>
            <a:r>
              <a:rPr lang="pt-BR" sz="13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fixa por imagem para comparação</a:t>
            </a:r>
            <a:endParaRPr lang="pt-BR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5DDE72-AA58-6959-7C68-C584A3C82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4BC808-EA1A-37B0-7FE2-707D54D9779A}"/>
              </a:ext>
            </a:extLst>
          </p:cNvPr>
          <p:cNvSpPr/>
          <p:nvPr/>
        </p:nvSpPr>
        <p:spPr>
          <a:xfrm>
            <a:off x="819150" y="142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2 · RESULTADOS</a:t>
            </a:r>
            <a:endParaRPr lang="pt-BR" sz="1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B6B70F-A80B-49C4-D3A9-614BE624A4E1}"/>
              </a:ext>
            </a:extLst>
          </p:cNvPr>
          <p:cNvSpPr/>
          <p:nvPr/>
        </p:nvSpPr>
        <p:spPr>
          <a:xfrm>
            <a:off x="819150" y="431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pt-BR" sz="30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Original → ruidosa → filtrada</a:t>
            </a:r>
            <a:endParaRPr lang="pt-BR" sz="3000" noProof="0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ECA4246C-755B-D084-9AE0-C20692DD9A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5" r="305"/>
          <a:stretch/>
        </p:blipFill>
        <p:spPr>
          <a:xfrm>
            <a:off x="1606430" y="896112"/>
            <a:ext cx="8566390" cy="4456294"/>
          </a:xfrm>
          <a:prstGeom prst="roundRect">
            <a:avLst>
              <a:gd name="adj" fmla="val 2650"/>
            </a:avLst>
          </a:prstGeom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4A0B297D-6B7C-579E-9D87-DF32D48F3009}"/>
              </a:ext>
            </a:extLst>
          </p:cNvPr>
          <p:cNvSpPr/>
          <p:nvPr/>
        </p:nvSpPr>
        <p:spPr>
          <a:xfrm>
            <a:off x="812800" y="5417344"/>
            <a:ext cx="10566400" cy="1056481"/>
          </a:xfrm>
          <a:prstGeom prst="roundRect">
            <a:avLst>
              <a:gd name="adj" fmla="val 7213"/>
            </a:avLst>
          </a:prstGeom>
          <a:solidFill>
            <a:srgbClr val="FDFC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511CDD2-D361-6427-9245-5303461E482B}"/>
              </a:ext>
            </a:extLst>
          </p:cNvPr>
          <p:cNvSpPr/>
          <p:nvPr/>
        </p:nvSpPr>
        <p:spPr>
          <a:xfrm>
            <a:off x="812800" y="5417344"/>
            <a:ext cx="10566400" cy="1056481"/>
          </a:xfrm>
          <a:custGeom>
            <a:avLst/>
            <a:gdLst/>
            <a:ahLst/>
            <a:cxnLst/>
            <a:rect l="l" t="t" r="r" b="b"/>
            <a:pathLst>
              <a:path w="10566400" h="1056481">
                <a:moveTo>
                  <a:pt x="76200" y="1056481"/>
                </a:moveTo>
                <a:lnTo>
                  <a:pt x="76200" y="105648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980281"/>
                </a:lnTo>
                <a:arcTo wR="38100" hR="76200" stAng="10800000" swAng="-5400000"/>
                <a:close/>
              </a:path>
            </a:pathLst>
          </a:custGeom>
          <a:solidFill>
            <a:srgbClr val="1E6E6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1264B42-6944-E36F-2E2F-0828AABD3E6D}"/>
              </a:ext>
            </a:extLst>
          </p:cNvPr>
          <p:cNvSpPr/>
          <p:nvPr/>
        </p:nvSpPr>
        <p:spPr>
          <a:xfrm>
            <a:off x="1054100" y="5582444"/>
            <a:ext cx="10425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5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ANÁLISE</a:t>
            </a:r>
            <a:endParaRPr lang="pt-BR" sz="1200" noProof="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FFC1EEE-20F0-C12A-43D4-FE1B33296DE8}"/>
              </a:ext>
            </a:extLst>
          </p:cNvPr>
          <p:cNvSpPr/>
          <p:nvPr/>
        </p:nvSpPr>
        <p:spPr>
          <a:xfrm>
            <a:off x="1054100" y="5846564"/>
            <a:ext cx="1042555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mediana removeu quase todo o ruído impulsivo visível e preservou os contornos das lesões, com leve suavização de detalhes finos nas bordas.</a:t>
            </a:r>
            <a:endParaRPr lang="pt-BR" sz="1300" noProof="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B271E49-A0FF-A9DF-CA40-A8AADE397330}"/>
              </a:ext>
            </a:extLst>
          </p:cNvPr>
          <p:cNvSpPr/>
          <p:nvPr/>
        </p:nvSpPr>
        <p:spPr>
          <a:xfrm>
            <a:off x="812800" y="647700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</p:spTree>
    <p:extLst>
      <p:ext uri="{BB962C8B-B14F-4D97-AF65-F5344CB8AC3E}">
        <p14:creationId xmlns:p14="http://schemas.microsoft.com/office/powerpoint/2010/main" val="2941947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7526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2 · RESULTADOS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377046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pt-BR" sz="30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Original → ruidosa → filtrada</a:t>
            </a:r>
            <a:endParaRPr lang="pt-BR" sz="3000" noProof="0" dirty="0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3"/>
          <a:srcRect l="121" r="121"/>
          <a:stretch/>
        </p:blipFill>
        <p:spPr>
          <a:xfrm>
            <a:off x="2260121" y="897626"/>
            <a:ext cx="7984885" cy="4387372"/>
          </a:xfrm>
          <a:prstGeom prst="roundRect">
            <a:avLst>
              <a:gd name="adj" fmla="val 2509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812800" y="5420519"/>
            <a:ext cx="10566400" cy="1056481"/>
          </a:xfrm>
          <a:prstGeom prst="roundRect">
            <a:avLst>
              <a:gd name="adj" fmla="val 7213"/>
            </a:avLst>
          </a:prstGeom>
          <a:solidFill>
            <a:srgbClr val="FDFC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5"/>
          <p:cNvSpPr/>
          <p:nvPr/>
        </p:nvSpPr>
        <p:spPr>
          <a:xfrm>
            <a:off x="812800" y="5420519"/>
            <a:ext cx="10566400" cy="1056481"/>
          </a:xfrm>
          <a:custGeom>
            <a:avLst/>
            <a:gdLst/>
            <a:ahLst/>
            <a:cxnLst/>
            <a:rect l="l" t="t" r="r" b="b"/>
            <a:pathLst>
              <a:path w="10566400" h="1056481">
                <a:moveTo>
                  <a:pt x="76200" y="1056481"/>
                </a:moveTo>
                <a:lnTo>
                  <a:pt x="76200" y="105648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980281"/>
                </a:lnTo>
                <a:arcTo wR="38100" hR="76200" stAng="10800000" swAng="-5400000"/>
                <a:close/>
              </a:path>
            </a:pathLst>
          </a:custGeom>
          <a:solidFill>
            <a:srgbClr val="1E6E6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6"/>
          <p:cNvSpPr/>
          <p:nvPr/>
        </p:nvSpPr>
        <p:spPr>
          <a:xfrm>
            <a:off x="1054100" y="5585619"/>
            <a:ext cx="10425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5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ANÁLISE</a:t>
            </a:r>
            <a:endParaRPr lang="pt-BR" sz="1200" noProof="0" dirty="0"/>
          </a:p>
        </p:txBody>
      </p:sp>
      <p:sp>
        <p:nvSpPr>
          <p:cNvPr id="11" name="Text 7"/>
          <p:cNvSpPr/>
          <p:nvPr/>
        </p:nvSpPr>
        <p:spPr>
          <a:xfrm>
            <a:off x="1054100" y="5849739"/>
            <a:ext cx="1042555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mediana removeu quase todo o ruído impulsivo visível e preservou os contornos das lesões, com leve suavização de detalhes finos nas bordas.</a:t>
            </a:r>
            <a:endParaRPr lang="pt-BR" sz="1300" noProof="0" dirty="0"/>
          </a:p>
        </p:txBody>
      </p:sp>
      <p:sp>
        <p:nvSpPr>
          <p:cNvPr id="12" name="Text 8"/>
          <p:cNvSpPr/>
          <p:nvPr/>
        </p:nvSpPr>
        <p:spPr>
          <a:xfrm>
            <a:off x="812800" y="647700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3 · FILTRAGEM ESPACIAL — AGUÇAMENTO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pt-BR" sz="30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Realce High-Boost (k = 1.5)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815975" y="1803995"/>
            <a:ext cx="2365375" cy="516830"/>
          </a:xfrm>
          <a:prstGeom prst="roundRect">
            <a:avLst>
              <a:gd name="adj" fmla="val 16587"/>
            </a:avLst>
          </a:prstGeom>
          <a:solidFill>
            <a:srgbClr val="FDFCFA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27656" y="1946870"/>
            <a:ext cx="214201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pt-BR" sz="13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Entrada</a:t>
            </a:r>
            <a:endParaRPr lang="pt-BR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3273425" y="1937941"/>
            <a:ext cx="228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b="1" noProof="0" dirty="0">
                <a:solidFill>
                  <a:srgbClr val="C7C2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pt-BR" sz="1400" noProof="0" dirty="0"/>
          </a:p>
        </p:txBody>
      </p:sp>
      <p:sp>
        <p:nvSpPr>
          <p:cNvPr id="7" name="Shape 5"/>
          <p:cNvSpPr/>
          <p:nvPr/>
        </p:nvSpPr>
        <p:spPr>
          <a:xfrm>
            <a:off x="3543300" y="1803995"/>
            <a:ext cx="2365375" cy="516830"/>
          </a:xfrm>
          <a:prstGeom prst="roundRect">
            <a:avLst>
              <a:gd name="adj" fmla="val 16587"/>
            </a:avLst>
          </a:prstGeom>
          <a:solidFill>
            <a:srgbClr val="FDFCFA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3654981" y="1946870"/>
            <a:ext cx="214201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pt-BR" sz="13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Suaviza (</a:t>
            </a:r>
            <a:r>
              <a:rPr lang="pt-BR" sz="1300" b="1" noProof="0" dirty="0" err="1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gauss</a:t>
            </a:r>
            <a:r>
              <a:rPr lang="pt-BR" sz="13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3×3)</a:t>
            </a:r>
            <a:endParaRPr lang="pt-BR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6000750" y="1937941"/>
            <a:ext cx="228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b="1" noProof="0" dirty="0">
                <a:solidFill>
                  <a:srgbClr val="C7C2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pt-BR" sz="1400" noProof="0" dirty="0"/>
          </a:p>
        </p:txBody>
      </p:sp>
      <p:sp>
        <p:nvSpPr>
          <p:cNvPr id="10" name="Shape 8"/>
          <p:cNvSpPr/>
          <p:nvPr/>
        </p:nvSpPr>
        <p:spPr>
          <a:xfrm>
            <a:off x="6270625" y="1803995"/>
            <a:ext cx="2365375" cy="516830"/>
          </a:xfrm>
          <a:prstGeom prst="roundRect">
            <a:avLst>
              <a:gd name="adj" fmla="val 16587"/>
            </a:avLst>
          </a:prstGeom>
          <a:solidFill>
            <a:srgbClr val="FDFCFA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6382306" y="1946870"/>
            <a:ext cx="214201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pt-BR" sz="13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Máscara = </a:t>
            </a:r>
            <a:r>
              <a:rPr lang="pt-BR" sz="1300" b="1" noProof="0" dirty="0" err="1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</a:t>
            </a:r>
            <a:r>
              <a:rPr lang="pt-BR" sz="13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− suave</a:t>
            </a:r>
            <a:endParaRPr lang="pt-BR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8728075" y="1937941"/>
            <a:ext cx="228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b="1" noProof="0" dirty="0">
                <a:solidFill>
                  <a:srgbClr val="C7C2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pt-BR" sz="1400" noProof="0" dirty="0"/>
          </a:p>
        </p:txBody>
      </p:sp>
      <p:sp>
        <p:nvSpPr>
          <p:cNvPr id="13" name="Shape 11"/>
          <p:cNvSpPr/>
          <p:nvPr/>
        </p:nvSpPr>
        <p:spPr>
          <a:xfrm>
            <a:off x="9001125" y="1800820"/>
            <a:ext cx="2371725" cy="523180"/>
          </a:xfrm>
          <a:prstGeom prst="roundRect">
            <a:avLst>
              <a:gd name="adj" fmla="val 15779"/>
            </a:avLst>
          </a:prstGeom>
          <a:solidFill>
            <a:srgbClr val="EFF7F6"/>
          </a:solidFill>
          <a:ln w="12700">
            <a:solidFill>
              <a:srgbClr val="1E6E6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9115981" y="1946870"/>
            <a:ext cx="214201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pt-BR" sz="1300" b="1" noProof="0" dirty="0" err="1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</a:t>
            </a:r>
            <a:r>
              <a:rPr lang="pt-BR" sz="1300" b="1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+ </a:t>
            </a:r>
            <a:r>
              <a:rPr lang="pt-BR" sz="1300" b="1" noProof="0" dirty="0" err="1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k·máscara</a:t>
            </a:r>
            <a:endParaRPr lang="pt-BR" sz="1300" noProof="0" dirty="0"/>
          </a:p>
        </p:txBody>
      </p:sp>
      <p:sp>
        <p:nvSpPr>
          <p:cNvPr id="15" name="Shape 13"/>
          <p:cNvSpPr/>
          <p:nvPr/>
        </p:nvSpPr>
        <p:spPr>
          <a:xfrm>
            <a:off x="812800" y="2584351"/>
            <a:ext cx="10566400" cy="1180902"/>
          </a:xfrm>
          <a:prstGeom prst="roundRect">
            <a:avLst>
              <a:gd name="adj" fmla="val 6453"/>
            </a:avLst>
          </a:prstGeom>
          <a:solidFill>
            <a:srgbClr val="FDFC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812800" y="2584351"/>
            <a:ext cx="10566400" cy="1180902"/>
          </a:xfrm>
          <a:custGeom>
            <a:avLst/>
            <a:gdLst/>
            <a:ahLst/>
            <a:cxnLst/>
            <a:rect l="l" t="t" r="r" b="b"/>
            <a:pathLst>
              <a:path w="10566400" h="1180902">
                <a:moveTo>
                  <a:pt x="76200" y="1180902"/>
                </a:moveTo>
                <a:lnTo>
                  <a:pt x="76200" y="1180902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1104702"/>
                </a:lnTo>
                <a:arcTo wR="38100" hR="76200" stAng="10800000" swAng="-5400000"/>
                <a:close/>
              </a:path>
            </a:pathLst>
          </a:custGeom>
          <a:solidFill>
            <a:srgbClr val="1E6E6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1079500" y="2787551"/>
            <a:ext cx="10373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5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QUÊ HIGH-BOOST?</a:t>
            </a:r>
            <a:endParaRPr lang="pt-BR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1079500" y="3064371"/>
            <a:ext cx="10373233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Realça detalhes sem gerar apenas um mapa de bordas isoladas. Combina a imagem original com a máscara de detalhes, preservando a interpretação completa.</a:t>
            </a:r>
            <a:endParaRPr lang="pt-BR" sz="1400" noProof="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3 · IMPLEMENTAÇÃO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pt-BR" sz="26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Kernel gaussiano + High-Boost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815975" y="1739205"/>
            <a:ext cx="2198390" cy="1771352"/>
          </a:xfrm>
          <a:prstGeom prst="roundRect">
            <a:avLst>
              <a:gd name="adj" fmla="val 5556"/>
            </a:avLst>
          </a:prstGeom>
          <a:solidFill>
            <a:srgbClr val="EAEFEE"/>
          </a:solidFill>
          <a:ln w="635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1073150" y="1970980"/>
            <a:ext cx="17348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5563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kernel 3×3 / 16</a:t>
            </a:r>
            <a:endParaRPr lang="pt-BR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1073150" y="2240161"/>
            <a:ext cx="17348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[[1, 2, 1],</a:t>
            </a:r>
            <a:endParaRPr lang="pt-BR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1073150" y="2509341"/>
            <a:ext cx="17348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[2, 4, 2],</a:t>
            </a:r>
            <a:endParaRPr lang="pt-B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1073150" y="2778522"/>
            <a:ext cx="17348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1027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[1, 2, 1]]</a:t>
            </a:r>
            <a:endParaRPr lang="pt-BR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3173115" y="1739205"/>
            <a:ext cx="8202910" cy="1771352"/>
          </a:xfrm>
          <a:prstGeom prst="roundRect">
            <a:avLst>
              <a:gd name="adj" fmla="val 5556"/>
            </a:avLst>
          </a:prstGeom>
          <a:solidFill>
            <a:srgbClr val="EAEFEE"/>
          </a:solidFill>
          <a:ln w="635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3430290" y="1970980"/>
            <a:ext cx="791921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b="1" noProof="0" dirty="0" err="1">
                <a:solidFill>
                  <a:srgbClr val="1E6E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r>
              <a:rPr lang="pt-BR" sz="1300" b="1" noProof="0" dirty="0">
                <a:solidFill>
                  <a:srgbClr val="1E6E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pt-BR" sz="1300" b="1" noProof="0" dirty="0" err="1">
                <a:solidFill>
                  <a:srgbClr val="1E6E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aplicar_high_boost</a:t>
            </a:r>
            <a:r>
              <a:rPr lang="pt-BR" sz="1300" b="1" noProof="0" dirty="0">
                <a:solidFill>
                  <a:srgbClr val="1E6E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(imagem, fator=1.5):</a:t>
            </a:r>
            <a:endParaRPr lang="pt-B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3430290" y="2240161"/>
            <a:ext cx="791921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suavizada = 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suavizacao_gaussiana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(imagem)</a:t>
            </a:r>
            <a:endParaRPr lang="pt-BR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3430290" y="2509341"/>
            <a:ext cx="791921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mascara = imagem - suavizada</a:t>
            </a:r>
            <a:endParaRPr lang="pt-BR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3430290" y="2778522"/>
            <a:ext cx="791921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realcada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imagem + fator * mascara</a:t>
            </a:r>
            <a:endParaRPr lang="pt-BR" sz="1300" noProof="0" dirty="0"/>
          </a:p>
        </p:txBody>
      </p:sp>
      <p:sp>
        <p:nvSpPr>
          <p:cNvPr id="14" name="Text 12"/>
          <p:cNvSpPr/>
          <p:nvPr/>
        </p:nvSpPr>
        <p:spPr>
          <a:xfrm>
            <a:off x="3430290" y="3047702"/>
            <a:ext cx="791921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np.clip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pt-BR" sz="1300" noProof="0" dirty="0" err="1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realcada</a:t>
            </a:r>
            <a:r>
              <a:rPr lang="pt-BR" sz="1300" noProof="0" dirty="0">
                <a:solidFill>
                  <a:srgbClr val="3E4B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0, 255)</a:t>
            </a:r>
            <a:endParaRPr lang="pt-BR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812800" y="3767733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pt-BR" sz="13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Suavização gaussiana e High-Boost implementados manualmente, sem cv2.filter2D</a:t>
            </a:r>
            <a:endParaRPr lang="pt-BR" sz="1300" noProof="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52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3 · RESULTADOS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47474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pt-BR" sz="26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Entrada → suave → máscara → realçada</a:t>
            </a:r>
            <a:endParaRPr lang="pt-BR" sz="2600" noProof="0" dirty="0"/>
          </a:p>
        </p:txBody>
      </p:sp>
      <p:sp>
        <p:nvSpPr>
          <p:cNvPr id="7" name="Text 4"/>
          <p:cNvSpPr/>
          <p:nvPr/>
        </p:nvSpPr>
        <p:spPr>
          <a:xfrm>
            <a:off x="1517649" y="6150798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Máscara de detalhes com baixa magnitude em ISIC1, ISIC2 e ISIC4; padrão mais visível em ISIC3 — realce sutil nessas amostras.</a:t>
            </a:r>
            <a:endParaRPr lang="pt-BR" sz="1200" noProof="0" dirty="0"/>
          </a:p>
        </p:txBody>
      </p:sp>
      <p:sp>
        <p:nvSpPr>
          <p:cNvPr id="8" name="Text 5"/>
          <p:cNvSpPr/>
          <p:nvPr/>
        </p:nvSpPr>
        <p:spPr>
          <a:xfrm>
            <a:off x="812800" y="6586488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8037763-EE9C-4A97-69FA-42105596C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5971" y="1219696"/>
            <a:ext cx="11120057" cy="46444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5AF328-4332-02AF-915D-53FC418D8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1B1AF2-F3FC-F4C7-50D7-4FCD6D7C572B}"/>
              </a:ext>
            </a:extLst>
          </p:cNvPr>
          <p:cNvSpPr/>
          <p:nvPr/>
        </p:nvSpPr>
        <p:spPr>
          <a:xfrm>
            <a:off x="812800" y="1852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3 · RESULTADOS</a:t>
            </a:r>
            <a:endParaRPr lang="pt-BR" sz="1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E3F28E-5252-3C63-4A03-58E27323B129}"/>
              </a:ext>
            </a:extLst>
          </p:cNvPr>
          <p:cNvSpPr/>
          <p:nvPr/>
        </p:nvSpPr>
        <p:spPr>
          <a:xfrm>
            <a:off x="812800" y="47474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pt-BR" sz="26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Entrada → suave → máscara → realçada</a:t>
            </a:r>
            <a:endParaRPr lang="pt-BR" sz="2600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D05C9D9-47B9-BEBD-9990-8F47D12ED57C}"/>
              </a:ext>
            </a:extLst>
          </p:cNvPr>
          <p:cNvSpPr/>
          <p:nvPr/>
        </p:nvSpPr>
        <p:spPr>
          <a:xfrm>
            <a:off x="1517649" y="6150798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Máscara de detalhes com baixa magnitude em ISIC1, ISIC2 e ISIC4; padrão mais visível em ISIC3 — realce sutil nessas amostras.</a:t>
            </a:r>
            <a:endParaRPr lang="pt-BR" sz="120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F0EE54D-216D-1337-D30A-1A751BE55F50}"/>
              </a:ext>
            </a:extLst>
          </p:cNvPr>
          <p:cNvSpPr/>
          <p:nvPr/>
        </p:nvSpPr>
        <p:spPr>
          <a:xfrm>
            <a:off x="812800" y="6586488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2BA926C-A1A3-D027-C2F6-A0B2780C14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4992" y="1136082"/>
            <a:ext cx="10902014" cy="481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58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DC46BE-4D4E-1D5F-3FC5-D7FA699A0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1994CC-4549-6548-F99D-AC3E00452BBD}"/>
              </a:ext>
            </a:extLst>
          </p:cNvPr>
          <p:cNvSpPr/>
          <p:nvPr/>
        </p:nvSpPr>
        <p:spPr>
          <a:xfrm>
            <a:off x="812800" y="1852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3 · RESULTADOS</a:t>
            </a:r>
            <a:endParaRPr lang="pt-BR" sz="1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CFC192-9DE2-96B0-657F-881AE8816F82}"/>
              </a:ext>
            </a:extLst>
          </p:cNvPr>
          <p:cNvSpPr/>
          <p:nvPr/>
        </p:nvSpPr>
        <p:spPr>
          <a:xfrm>
            <a:off x="812800" y="47474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pt-BR" sz="26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Entrada → suave → máscara → realçada</a:t>
            </a:r>
            <a:endParaRPr lang="pt-BR" sz="2600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DE95D2F-71A4-A43C-4796-C2EA0B312D16}"/>
              </a:ext>
            </a:extLst>
          </p:cNvPr>
          <p:cNvSpPr/>
          <p:nvPr/>
        </p:nvSpPr>
        <p:spPr>
          <a:xfrm>
            <a:off x="1676146" y="4550806"/>
            <a:ext cx="9156700" cy="531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200" noProof="0" dirty="0" err="1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Nivel</a:t>
            </a: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detalhe é uma função de gradiente médio (diferença média entre pixels vizinhos)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Detalhe subiu 50-69% nas 4 imagens, com pouca mudança na saturação.</a:t>
            </a:r>
            <a:endParaRPr lang="pt-BR" sz="120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188F04B-8EFE-CD1A-256E-FC9E8668D6AB}"/>
              </a:ext>
            </a:extLst>
          </p:cNvPr>
          <p:cNvSpPr/>
          <p:nvPr/>
        </p:nvSpPr>
        <p:spPr>
          <a:xfrm>
            <a:off x="812800" y="6586488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0678E69-1349-B0FB-7619-64EAA2AEF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442" y="2541607"/>
            <a:ext cx="10057116" cy="177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7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4 · COMPARAÇÃO DE ESTRATÉGIAS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pt-BR" sz="30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Duas ordens, dois resultados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819150" y="1775420"/>
            <a:ext cx="5200650" cy="1495921"/>
          </a:xfrm>
          <a:prstGeom prst="roundRect">
            <a:avLst>
              <a:gd name="adj" fmla="val 6367"/>
            </a:avLst>
          </a:prstGeom>
          <a:solidFill>
            <a:srgbClr val="FDFCFA"/>
          </a:solidFill>
          <a:ln w="12700">
            <a:solidFill>
              <a:srgbClr val="1E6E6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1028700" y="1984970"/>
            <a:ext cx="49249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5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CONFIGURAÇÃO A</a:t>
            </a:r>
            <a:endParaRPr lang="pt-BR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1028700" y="2274491"/>
            <a:ext cx="492499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16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Gama → Mediana → High-Boost</a:t>
            </a:r>
            <a:endParaRPr lang="pt-BR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1028700" y="2635151"/>
            <a:ext cx="492499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Corrige contraste antes de remover o ruído</a:t>
            </a:r>
          </a:p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(mesma ordem usada nas Partes 1-3)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6181725" y="1772245"/>
            <a:ext cx="5194300" cy="1502271"/>
          </a:xfrm>
          <a:prstGeom prst="roundRect">
            <a:avLst>
              <a:gd name="adj" fmla="val 6552"/>
            </a:avLst>
          </a:prstGeom>
          <a:solidFill>
            <a:srgbClr val="FDFCFA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6388100" y="1978620"/>
            <a:ext cx="49249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50" noProof="0" dirty="0">
                <a:solidFill>
                  <a:srgbClr val="8A53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CONFIGURAÇÃO B</a:t>
            </a:r>
            <a:endParaRPr lang="pt-BR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6388100" y="2268141"/>
            <a:ext cx="492499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1600" b="1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Mediana → Gama → High-Boost</a:t>
            </a:r>
            <a:endParaRPr lang="pt-BR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6388100" y="2628801"/>
            <a:ext cx="49249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o ruído antes de corrigir o contraste</a:t>
            </a:r>
            <a:endParaRPr lang="pt-BR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812800" y="3506291"/>
            <a:ext cx="10566400" cy="1161852"/>
          </a:xfrm>
          <a:prstGeom prst="roundRect">
            <a:avLst>
              <a:gd name="adj" fmla="val 6558"/>
            </a:avLst>
          </a:prstGeom>
          <a:solidFill>
            <a:srgbClr val="FDFC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1"/>
          <p:cNvSpPr/>
          <p:nvPr/>
        </p:nvSpPr>
        <p:spPr>
          <a:xfrm>
            <a:off x="812800" y="3506291"/>
            <a:ext cx="10566400" cy="1161852"/>
          </a:xfrm>
          <a:custGeom>
            <a:avLst/>
            <a:gdLst/>
            <a:ahLst/>
            <a:cxnLst/>
            <a:rect l="l" t="t" r="r" b="b"/>
            <a:pathLst>
              <a:path w="10566400" h="1161852">
                <a:moveTo>
                  <a:pt x="76200" y="1161852"/>
                </a:moveTo>
                <a:lnTo>
                  <a:pt x="76200" y="1161852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1085652"/>
                </a:lnTo>
                <a:arcTo wR="38100" hR="76200" stAng="10800000" swAng="-5400000"/>
                <a:close/>
              </a:path>
            </a:pathLst>
          </a:custGeom>
          <a:solidFill>
            <a:srgbClr val="1E6E6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1079500" y="3709491"/>
            <a:ext cx="10373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5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MÉTRICAS: MSE E PSNR</a:t>
            </a:r>
            <a:endParaRPr lang="pt-BR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1079500" y="3986312"/>
            <a:ext cx="10373233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pt-BR" sz="13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MSE mede o erro quadrático médio em relação à imagem original (quanto menor, mais fiel ao original)</a:t>
            </a:r>
          </a:p>
          <a:p>
            <a:pPr marL="0" indent="0" algn="l">
              <a:lnSpc>
                <a:spcPts val="1885"/>
              </a:lnSpc>
              <a:buNone/>
            </a:pPr>
            <a:r>
              <a:rPr lang="pt-BR" sz="13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PSNR (dB) traduz esse erro em relação ao pico do sinal (quanto maior, mais próximo do original)</a:t>
            </a:r>
            <a:endParaRPr lang="pt-BR" sz="1300" noProof="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2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4 · RESULTADOS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4318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pt-BR" sz="26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Original × </a:t>
            </a:r>
            <a:r>
              <a:rPr lang="pt-BR" sz="2600" b="1" noProof="0" dirty="0" err="1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Config</a:t>
            </a:r>
            <a:r>
              <a:rPr lang="pt-BR" sz="26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 A × </a:t>
            </a:r>
            <a:r>
              <a:rPr lang="pt-BR" sz="2600" b="1" noProof="0" dirty="0" err="1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Config</a:t>
            </a:r>
            <a:r>
              <a:rPr lang="pt-BR" sz="26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 B</a:t>
            </a:r>
            <a:endParaRPr lang="pt-BR" sz="2600" noProof="0" dirty="0"/>
          </a:p>
        </p:txBody>
      </p:sp>
      <p:sp>
        <p:nvSpPr>
          <p:cNvPr id="7" name="Text 4"/>
          <p:cNvSpPr/>
          <p:nvPr/>
        </p:nvSpPr>
        <p:spPr>
          <a:xfrm>
            <a:off x="1517650" y="5974159"/>
            <a:ext cx="91567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Diferenças mais visíveis em ISIC3 e ISIC4</a:t>
            </a:r>
          </a:p>
          <a:p>
            <a:pPr marL="0" indent="0" algn="ctr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mesmo contraste alto de origem, o High-Boost acentua textura de forma diferente conforme a ordem das etapas.</a:t>
            </a:r>
            <a:endParaRPr lang="pt-BR" sz="1200" noProof="0" dirty="0"/>
          </a:p>
        </p:txBody>
      </p:sp>
      <p:sp>
        <p:nvSpPr>
          <p:cNvPr id="8" name="Text 5"/>
          <p:cNvSpPr/>
          <p:nvPr/>
        </p:nvSpPr>
        <p:spPr>
          <a:xfrm>
            <a:off x="812800" y="657910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A101973-36FC-7032-80E9-9EC9020A71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66964" y="1024659"/>
            <a:ext cx="8975064" cy="47437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67C5A2-47EB-35D7-394B-EB8E0E8CA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AB5862-8E55-4F2A-6734-813A90454651}"/>
              </a:ext>
            </a:extLst>
          </p:cNvPr>
          <p:cNvSpPr/>
          <p:nvPr/>
        </p:nvSpPr>
        <p:spPr>
          <a:xfrm>
            <a:off x="812800" y="142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4 · RESULTADOS</a:t>
            </a:r>
            <a:endParaRPr lang="pt-BR" sz="1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D195F9-FAC1-4FAB-2D14-DF796C55D6CB}"/>
              </a:ext>
            </a:extLst>
          </p:cNvPr>
          <p:cNvSpPr/>
          <p:nvPr/>
        </p:nvSpPr>
        <p:spPr>
          <a:xfrm>
            <a:off x="812800" y="4318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pt-BR" sz="26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Original × </a:t>
            </a:r>
            <a:r>
              <a:rPr lang="pt-BR" sz="2600" b="1" noProof="0" dirty="0" err="1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Config</a:t>
            </a:r>
            <a:r>
              <a:rPr lang="pt-BR" sz="26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 A × </a:t>
            </a:r>
            <a:r>
              <a:rPr lang="pt-BR" sz="2600" b="1" noProof="0" dirty="0" err="1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Config</a:t>
            </a:r>
            <a:r>
              <a:rPr lang="pt-BR" sz="26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 B</a:t>
            </a:r>
            <a:endParaRPr lang="pt-BR" sz="2600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CC1BFCC-E0B9-D9FC-FA84-89820E65B8A8}"/>
              </a:ext>
            </a:extLst>
          </p:cNvPr>
          <p:cNvSpPr/>
          <p:nvPr/>
        </p:nvSpPr>
        <p:spPr>
          <a:xfrm>
            <a:off x="1517650" y="5974159"/>
            <a:ext cx="91567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Diferenças mais visíveis em ISIC3 e ISIC4</a:t>
            </a:r>
          </a:p>
          <a:p>
            <a:pPr marL="0" indent="0" algn="ctr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mesmo contraste alto de origem, o High-Boost acentua textura de forma diferente conforme a ordem das etapas.</a:t>
            </a:r>
            <a:endParaRPr lang="pt-BR" sz="120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493CB13-7859-1051-B1D7-C013494E382E}"/>
              </a:ext>
            </a:extLst>
          </p:cNvPr>
          <p:cNvSpPr/>
          <p:nvPr/>
        </p:nvSpPr>
        <p:spPr>
          <a:xfrm>
            <a:off x="812800" y="657910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0CA8366-4A16-124F-941B-1B1DDF0F25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72159" y="993749"/>
            <a:ext cx="8564673" cy="480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902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0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4 · MÉTRICAS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pt-BR" sz="2600" b="1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MSE e PSNR — degradada → A → B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812800" y="1685230"/>
            <a:ext cx="10566400" cy="1809055"/>
          </a:xfrm>
          <a:prstGeom prst="roundRect">
            <a:avLst>
              <a:gd name="adj" fmla="val 4212"/>
            </a:avLst>
          </a:prstGeom>
          <a:solidFill>
            <a:srgbClr val="FDFC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12800" y="1685230"/>
            <a:ext cx="10566400" cy="1809055"/>
          </a:xfrm>
          <a:custGeom>
            <a:avLst/>
            <a:gdLst/>
            <a:ahLst/>
            <a:cxnLst/>
            <a:rect l="l" t="t" r="r" b="b"/>
            <a:pathLst>
              <a:path w="10566400" h="1809055">
                <a:moveTo>
                  <a:pt x="76200" y="1809055"/>
                </a:moveTo>
                <a:lnTo>
                  <a:pt x="76200" y="1809055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10490200" y="0"/>
                </a:lnTo>
                <a:arcTo wR="76200" hR="76200" stAng="16200000" swAng="5400000"/>
                <a:lnTo>
                  <a:pt x="10566400" y="76200"/>
                </a:lnTo>
                <a:arcTo wR="76200" hR="63500" stAng="0" swAng="-5400000"/>
                <a:lnTo>
                  <a:pt x="76200" y="12700"/>
                </a:lnTo>
                <a:arcTo wR="63500" hR="63500" stAng="16200000" swAng="-5400000"/>
                <a:lnTo>
                  <a:pt x="12700" y="1732855"/>
                </a:lnTo>
                <a:arcTo wR="63500" hR="762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25500" y="1697930"/>
            <a:ext cx="10553700" cy="359271"/>
          </a:xfrm>
          <a:custGeom>
            <a:avLst/>
            <a:gdLst/>
            <a:ahLst/>
            <a:cxnLst/>
            <a:rect l="l" t="t" r="r" b="b"/>
            <a:pathLst>
              <a:path w="10553700" h="359271">
                <a:moveTo>
                  <a:pt x="0" y="63500"/>
                </a:moveTo>
                <a:arcTo wR="63500" hR="63500" stAng="10800000" swAng="5400000"/>
                <a:lnTo>
                  <a:pt x="10477500" y="0"/>
                </a:lnTo>
                <a:arcTo wR="76200" hR="76200" stAng="16200000" swAng="5400000"/>
                <a:lnTo>
                  <a:pt x="10553700" y="359271"/>
                </a:lnTo>
                <a:lnTo>
                  <a:pt x="0" y="359271"/>
                </a:lnTo>
                <a:close/>
              </a:path>
            </a:pathLst>
          </a:custGeom>
          <a:solidFill>
            <a:srgbClr val="EAE9E8"/>
          </a:solidFill>
          <a:ln/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199877"/>
              </p:ext>
            </p:extLst>
          </p:nvPr>
        </p:nvGraphicFramePr>
        <p:xfrm>
          <a:off x="825500" y="1697930"/>
          <a:ext cx="10553700" cy="1796355"/>
        </p:xfrm>
        <a:graphic>
          <a:graphicData uri="http://schemas.openxmlformats.org/drawingml/2006/table">
            <a:tbl>
              <a:tblPr/>
              <a:tblGrid>
                <a:gridCol w="2743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4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4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pt-BR" sz="1300" b="1" noProof="0" dirty="0">
                          <a:solidFill>
                            <a:srgbClr val="55636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Imagem</a:t>
                      </a:r>
                      <a:endParaRPr lang="pt-BR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B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B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pt-BR" sz="1300" b="1" noProof="0" dirty="0">
                          <a:solidFill>
                            <a:srgbClr val="55636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MSE (degradada → A → B)</a:t>
                      </a:r>
                      <a:endParaRPr lang="pt-BR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B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pt-BR" sz="1300" b="1" noProof="0" dirty="0">
                          <a:solidFill>
                            <a:srgbClr val="55636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PSNR dB (degradada → A → B)</a:t>
                      </a:r>
                      <a:endParaRPr lang="pt-BR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B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pt-BR" sz="1300" noProof="0" dirty="0">
                          <a:solidFill>
                            <a:srgbClr val="1027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ISIC_0011410 (ISIC1)</a:t>
                      </a:r>
                      <a:endParaRPr lang="pt-BR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pt-BR" sz="1300" noProof="0" dirty="0">
                          <a:solidFill>
                            <a:srgbClr val="1027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924.7 → 474.9 → 525.9</a:t>
                      </a:r>
                      <a:endParaRPr lang="pt-BR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pt-BR" sz="1300" noProof="0" dirty="0">
                          <a:solidFill>
                            <a:srgbClr val="1027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18.5 → 21.4 → 20.9</a:t>
                      </a:r>
                      <a:endParaRPr lang="pt-BR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pt-BR" sz="1300" noProof="0" dirty="0">
                          <a:solidFill>
                            <a:srgbClr val="1027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ISIC_0011865 (ISIC2)</a:t>
                      </a:r>
                      <a:endParaRPr lang="pt-BR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pt-BR" sz="1300" noProof="0" dirty="0">
                          <a:solidFill>
                            <a:srgbClr val="1027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1023.2 → 947.7 → 1060.7</a:t>
                      </a:r>
                      <a:endParaRPr lang="pt-BR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pt-BR" sz="1300" noProof="0" dirty="0">
                          <a:solidFill>
                            <a:srgbClr val="1027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18.0 → 18.4 → 17.9</a:t>
                      </a:r>
                      <a:endParaRPr lang="pt-BR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pt-BR" sz="1300" noProof="0" dirty="0">
                          <a:solidFill>
                            <a:srgbClr val="1027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ISIC_0024396 (ISIC3)</a:t>
                      </a:r>
                      <a:endParaRPr lang="pt-BR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pt-BR" sz="1300" noProof="0" dirty="0">
                          <a:solidFill>
                            <a:srgbClr val="1027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974.2 → 1836.6 → 2093.9</a:t>
                      </a:r>
                      <a:endParaRPr lang="pt-BR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pt-BR" sz="1300" noProof="0" dirty="0">
                          <a:solidFill>
                            <a:srgbClr val="1027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18.2 → 15.5 → 14.9</a:t>
                      </a:r>
                      <a:endParaRPr lang="pt-BR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pt-BR" sz="1300" noProof="0" dirty="0">
                          <a:solidFill>
                            <a:srgbClr val="1027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ISIC_0024994 (ISIC4)</a:t>
                      </a:r>
                      <a:endParaRPr lang="pt-BR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pt-BR" sz="1300" noProof="0" dirty="0">
                          <a:solidFill>
                            <a:srgbClr val="1027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997.5 → 1181.5 → 1332.8</a:t>
                      </a:r>
                      <a:endParaRPr lang="pt-BR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pt-BR" sz="1300" noProof="0" dirty="0">
                          <a:solidFill>
                            <a:srgbClr val="1027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18.1 → 17.4 → 16.9</a:t>
                      </a:r>
                      <a:endParaRPr lang="pt-BR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2800" y="3697486"/>
            <a:ext cx="10566400" cy="1314461"/>
          </a:xfrm>
          <a:prstGeom prst="roundRect">
            <a:avLst>
              <a:gd name="adj" fmla="val 5539"/>
            </a:avLst>
          </a:prstGeom>
          <a:solidFill>
            <a:srgbClr val="FDFC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812800" y="3697486"/>
            <a:ext cx="10566400" cy="1314461"/>
          </a:xfrm>
          <a:custGeom>
            <a:avLst/>
            <a:gdLst/>
            <a:ahLst/>
            <a:cxnLst/>
            <a:rect l="l" t="t" r="r" b="b"/>
            <a:pathLst>
              <a:path w="10566400" h="1375767">
                <a:moveTo>
                  <a:pt x="76200" y="1375767"/>
                </a:moveTo>
                <a:lnTo>
                  <a:pt x="76200" y="1375767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1299567"/>
                </a:lnTo>
                <a:arcTo wR="38100" hR="76200" stAng="10800000" swAng="-5400000"/>
                <a:close/>
              </a:path>
            </a:pathLst>
          </a:custGeom>
          <a:solidFill>
            <a:srgbClr val="1E6E6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1079500" y="3887986"/>
            <a:ext cx="10373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50" noProof="0" dirty="0">
                <a:solidFill>
                  <a:srgbClr val="1E6E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DISCUSSÃO</a:t>
            </a:r>
            <a:endParaRPr lang="pt-BR" sz="1200" noProof="0" dirty="0"/>
          </a:p>
        </p:txBody>
      </p:sp>
      <p:sp>
        <p:nvSpPr>
          <p:cNvPr id="11" name="Text 8"/>
          <p:cNvSpPr/>
          <p:nvPr/>
        </p:nvSpPr>
        <p:spPr>
          <a:xfrm>
            <a:off x="1079500" y="4164806"/>
            <a:ext cx="10373233" cy="1235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pt-BR" sz="13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Configuração A superou a B nas 4 imagens (menor MSE, maior PSNR)</a:t>
            </a:r>
          </a:p>
          <a:p>
            <a:pPr marL="0" indent="0" algn="l">
              <a:lnSpc>
                <a:spcPts val="1885"/>
              </a:lnSpc>
              <a:buNone/>
            </a:pPr>
            <a:r>
              <a:rPr lang="pt-BR" sz="13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ISIC1 e ISIC2 o pipeline reduziu o erro frente à degradada</a:t>
            </a:r>
          </a:p>
          <a:p>
            <a:pPr marL="0" indent="0" algn="l">
              <a:lnSpc>
                <a:spcPts val="1885"/>
              </a:lnSpc>
              <a:buNone/>
            </a:pPr>
            <a:r>
              <a:rPr lang="pt-BR" sz="1300" noProof="0" dirty="0">
                <a:solidFill>
                  <a:srgbClr val="102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ISIC3 e ISIC4 (que já tem contraste) o High-Boost amplificou distorções e piorou as métricas em relação à degradada</a:t>
            </a:r>
            <a:endParaRPr lang="pt-BR" sz="1300" noProof="0" dirty="0"/>
          </a:p>
        </p:txBody>
      </p:sp>
      <p:sp>
        <p:nvSpPr>
          <p:cNvPr id="12" name="Text 9"/>
          <p:cNvSpPr/>
          <p:nvPr/>
        </p:nvSpPr>
        <p:spPr>
          <a:xfrm>
            <a:off x="812800" y="6238280"/>
            <a:ext cx="24455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M1.2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6F1"/>
              </a:gs>
              <a:gs pos="55000">
                <a:srgbClr val="F4F2EC"/>
              </a:gs>
              <a:gs pos="100000">
                <a:srgbClr val="ECF2F0"/>
              </a:gs>
            </a:gsLst>
            <a:lin ang="4200000" scaled="0"/>
          </a:gra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0" y="2794000"/>
            <a:ext cx="4064000" cy="4064000"/>
          </a:xfrm>
          <a:prstGeom prst="rect">
            <a:avLst/>
          </a:prstGeom>
        </p:spPr>
      </p:pic>
      <p:pic>
        <p:nvPicPr>
          <p:cNvPr id="4" name="Image 1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3556000" cy="3556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60417" y="2905820"/>
            <a:ext cx="3471166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80"/>
              </a:lnSpc>
              <a:buNone/>
            </a:pPr>
            <a:r>
              <a:rPr lang="pt-BR" sz="4800" b="1" kern="0" spc="100" noProof="0" dirty="0">
                <a:solidFill>
                  <a:srgbClr val="1027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OBRIGADO</a:t>
            </a:r>
            <a:endParaRPr lang="pt-BR" sz="4800" noProof="0" dirty="0"/>
          </a:p>
        </p:txBody>
      </p:sp>
      <p:sp>
        <p:nvSpPr>
          <p:cNvPr id="6" name="Text 2"/>
          <p:cNvSpPr/>
          <p:nvPr/>
        </p:nvSpPr>
        <p:spPr>
          <a:xfrm>
            <a:off x="4352650" y="3703340"/>
            <a:ext cx="34867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pt-BR" sz="1400" noProof="0" dirty="0">
                <a:solidFill>
                  <a:srgbClr val="5563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Imagens · Projeto M1.2</a:t>
            </a:r>
            <a:endParaRPr lang="pt-BR" sz="14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1383</Words>
  <Application>Microsoft Office PowerPoint</Application>
  <PresentationFormat>Widescreen</PresentationFormat>
  <Paragraphs>219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JetBrains Mono</vt:lpstr>
      <vt:lpstr>Source Serif 4</vt:lpstr>
      <vt:lpstr>Arial</vt:lpstr>
      <vt:lpstr>IBM Plex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Operações Pontuais e Filtragem Espacial — M1.2</dc:title>
  <dc:subject>PptxGenJS Presentation</dc:subject>
  <dc:creator>PptxGenJS</dc:creator>
  <cp:lastModifiedBy>Herick Vitor Vieira Bittencourt</cp:lastModifiedBy>
  <cp:revision>1</cp:revision>
  <dcterms:created xsi:type="dcterms:W3CDTF">2026-09-27T14:35:15Z</dcterms:created>
  <dcterms:modified xsi:type="dcterms:W3CDTF">2026-09-28T11:23:35Z</dcterms:modified>
</cp:coreProperties>
</file>